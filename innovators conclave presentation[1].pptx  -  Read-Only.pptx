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1" r:id="rId5"/>
    <p:sldId id="262" r:id="rId6"/>
    <p:sldId id="259" r:id="rId7"/>
    <p:sldId id="260" r:id="rId8"/>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850" y="2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7200" b="1" i="0">
                <a:solidFill>
                  <a:srgbClr val="F6F6F6"/>
                </a:solidFill>
                <a:latin typeface="Trebuchet MS"/>
                <a:cs typeface="Trebuchet MS"/>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700" b="1" i="0">
                <a:solidFill>
                  <a:schemeClr val="bg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200" b="1" i="0">
                <a:solidFill>
                  <a:srgbClr val="F6F6F6"/>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700" b="1" i="0">
                <a:solidFill>
                  <a:schemeClr val="bg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200" b="1" i="0">
                <a:solidFill>
                  <a:srgbClr val="F6F6F6"/>
                </a:solidFill>
                <a:latin typeface="Trebuchet MS"/>
                <a:cs typeface="Trebuchet MS"/>
              </a:defRPr>
            </a:lvl1pPr>
          </a:lstStyle>
          <a:p>
            <a:endParaRPr/>
          </a:p>
        </p:txBody>
      </p:sp>
      <p:sp>
        <p:nvSpPr>
          <p:cNvPr id="3" name="Holder 3"/>
          <p:cNvSpPr>
            <a:spLocks noGrp="1"/>
          </p:cNvSpPr>
          <p:nvPr>
            <p:ph sz="half" idx="2"/>
          </p:nvPr>
        </p:nvSpPr>
        <p:spPr>
          <a:xfrm>
            <a:off x="1726438" y="3517772"/>
            <a:ext cx="5609590" cy="5400040"/>
          </a:xfrm>
          <a:prstGeom prst="rect">
            <a:avLst/>
          </a:prstGeom>
        </p:spPr>
        <p:txBody>
          <a:bodyPr wrap="square" lIns="0" tIns="0" rIns="0" bIns="0">
            <a:spAutoFit/>
          </a:bodyPr>
          <a:lstStyle>
            <a:lvl1pPr>
              <a:defRPr sz="2700" b="1" i="0">
                <a:solidFill>
                  <a:schemeClr val="tx1"/>
                </a:solidFill>
                <a:latin typeface="Trebuchet MS"/>
                <a:cs typeface="Trebuchet MS"/>
              </a:defRPr>
            </a:lvl1pPr>
          </a:lstStyle>
          <a:p>
            <a:endParaRPr/>
          </a:p>
        </p:txBody>
      </p:sp>
      <p:sp>
        <p:nvSpPr>
          <p:cNvPr id="4" name="Holder 4"/>
          <p:cNvSpPr>
            <a:spLocks noGrp="1"/>
          </p:cNvSpPr>
          <p:nvPr>
            <p:ph sz="half" idx="3"/>
          </p:nvPr>
        </p:nvSpPr>
        <p:spPr>
          <a:xfrm>
            <a:off x="9769602" y="3277615"/>
            <a:ext cx="5801994" cy="5673090"/>
          </a:xfrm>
          <a:prstGeom prst="rect">
            <a:avLst/>
          </a:prstGeom>
        </p:spPr>
        <p:txBody>
          <a:bodyPr wrap="square" lIns="0" tIns="0" rIns="0" bIns="0">
            <a:spAutoFit/>
          </a:bodyPr>
          <a:lstStyle>
            <a:lvl1pPr>
              <a:defRPr sz="2700" b="1" i="0">
                <a:solidFill>
                  <a:schemeClr val="tx1"/>
                </a:solidFill>
                <a:latin typeface="Trebuchet MS"/>
                <a:cs typeface="Trebuchet MS"/>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200" b="1" i="0">
                <a:solidFill>
                  <a:srgbClr val="F6F6F6"/>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58851" y="84531"/>
            <a:ext cx="7270089" cy="2383840"/>
          </a:xfrm>
          <a:prstGeom prst="rect">
            <a:avLst/>
          </a:prstGeom>
        </p:spPr>
        <p:txBody>
          <a:bodyPr wrap="square" lIns="0" tIns="0" rIns="0" bIns="0">
            <a:spAutoFit/>
          </a:bodyPr>
          <a:lstStyle>
            <a:lvl1pPr>
              <a:defRPr sz="7200" b="1" i="0">
                <a:solidFill>
                  <a:srgbClr val="F6F6F6"/>
                </a:solidFill>
                <a:latin typeface="Trebuchet MS"/>
                <a:cs typeface="Trebuchet MS"/>
              </a:defRPr>
            </a:lvl1pPr>
          </a:lstStyle>
          <a:p>
            <a:endParaRPr/>
          </a:p>
        </p:txBody>
      </p:sp>
      <p:sp>
        <p:nvSpPr>
          <p:cNvPr id="3" name="Holder 3"/>
          <p:cNvSpPr>
            <a:spLocks noGrp="1"/>
          </p:cNvSpPr>
          <p:nvPr>
            <p:ph type="body" idx="1"/>
          </p:nvPr>
        </p:nvSpPr>
        <p:spPr>
          <a:xfrm>
            <a:off x="9237980" y="3724147"/>
            <a:ext cx="8811260" cy="2950845"/>
          </a:xfrm>
          <a:prstGeom prst="rect">
            <a:avLst/>
          </a:prstGeom>
        </p:spPr>
        <p:txBody>
          <a:bodyPr wrap="square" lIns="0" tIns="0" rIns="0" bIns="0">
            <a:spAutoFit/>
          </a:bodyPr>
          <a:lstStyle>
            <a:lvl1pPr>
              <a:defRPr sz="2700" b="1" i="0">
                <a:solidFill>
                  <a:schemeClr val="bg1"/>
                </a:solidFill>
                <a:latin typeface="Trebuchet MS"/>
                <a:cs typeface="Trebuchet MS"/>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9/28/2025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6250" y="6326504"/>
            <a:ext cx="17689830" cy="4436745"/>
            <a:chOff x="-476250" y="6326504"/>
            <a:chExt cx="17689830" cy="4436745"/>
          </a:xfrm>
        </p:grpSpPr>
        <p:sp>
          <p:nvSpPr>
            <p:cNvPr id="3" name="object 3"/>
            <p:cNvSpPr/>
            <p:nvPr/>
          </p:nvSpPr>
          <p:spPr>
            <a:xfrm>
              <a:off x="0" y="6802754"/>
              <a:ext cx="3999865" cy="3484245"/>
            </a:xfrm>
            <a:custGeom>
              <a:avLst/>
              <a:gdLst/>
              <a:ahLst/>
              <a:cxnLst/>
              <a:rect l="l" t="t" r="r" b="b"/>
              <a:pathLst>
                <a:path w="3999865" h="3484245">
                  <a:moveTo>
                    <a:pt x="3884459" y="3484245"/>
                  </a:moveTo>
                  <a:lnTo>
                    <a:pt x="3907304" y="3404477"/>
                  </a:lnTo>
                  <a:lnTo>
                    <a:pt x="3918985" y="3359484"/>
                  </a:lnTo>
                  <a:lnTo>
                    <a:pt x="3929908" y="3314190"/>
                  </a:lnTo>
                  <a:lnTo>
                    <a:pt x="3940066" y="3268603"/>
                  </a:lnTo>
                  <a:lnTo>
                    <a:pt x="3949453" y="3222731"/>
                  </a:lnTo>
                  <a:lnTo>
                    <a:pt x="3958061" y="3176579"/>
                  </a:lnTo>
                  <a:lnTo>
                    <a:pt x="3965883" y="3130156"/>
                  </a:lnTo>
                  <a:lnTo>
                    <a:pt x="3972912" y="3083469"/>
                  </a:lnTo>
                  <a:lnTo>
                    <a:pt x="3979141" y="3036524"/>
                  </a:lnTo>
                  <a:lnTo>
                    <a:pt x="3984563" y="2989328"/>
                  </a:lnTo>
                  <a:lnTo>
                    <a:pt x="3989170" y="2941890"/>
                  </a:lnTo>
                  <a:lnTo>
                    <a:pt x="3992955" y="2894216"/>
                  </a:lnTo>
                  <a:lnTo>
                    <a:pt x="3995912" y="2846313"/>
                  </a:lnTo>
                  <a:lnTo>
                    <a:pt x="3998032" y="2798188"/>
                  </a:lnTo>
                  <a:lnTo>
                    <a:pt x="3999310" y="2749849"/>
                  </a:lnTo>
                  <a:lnTo>
                    <a:pt x="3999738" y="2701302"/>
                  </a:lnTo>
                  <a:lnTo>
                    <a:pt x="3999310" y="2652755"/>
                  </a:lnTo>
                  <a:lnTo>
                    <a:pt x="3998032" y="2604416"/>
                  </a:lnTo>
                  <a:lnTo>
                    <a:pt x="3995912" y="2556290"/>
                  </a:lnTo>
                  <a:lnTo>
                    <a:pt x="3992955" y="2508387"/>
                  </a:lnTo>
                  <a:lnTo>
                    <a:pt x="3989170" y="2460712"/>
                  </a:lnTo>
                  <a:lnTo>
                    <a:pt x="3984563" y="2413274"/>
                  </a:lnTo>
                  <a:lnTo>
                    <a:pt x="3979141" y="2366078"/>
                  </a:lnTo>
                  <a:lnTo>
                    <a:pt x="3972912" y="2319133"/>
                  </a:lnTo>
                  <a:lnTo>
                    <a:pt x="3965883" y="2272445"/>
                  </a:lnTo>
                  <a:lnTo>
                    <a:pt x="3958061" y="2226021"/>
                  </a:lnTo>
                  <a:lnTo>
                    <a:pt x="3949453" y="2179869"/>
                  </a:lnTo>
                  <a:lnTo>
                    <a:pt x="3940066" y="2133996"/>
                  </a:lnTo>
                  <a:lnTo>
                    <a:pt x="3929908" y="2088409"/>
                  </a:lnTo>
                  <a:lnTo>
                    <a:pt x="3918985" y="2043115"/>
                  </a:lnTo>
                  <a:lnTo>
                    <a:pt x="3907304" y="1998121"/>
                  </a:lnTo>
                  <a:lnTo>
                    <a:pt x="3894874" y="1953435"/>
                  </a:lnTo>
                  <a:lnTo>
                    <a:pt x="3881700" y="1909063"/>
                  </a:lnTo>
                  <a:lnTo>
                    <a:pt x="3867791" y="1865013"/>
                  </a:lnTo>
                  <a:lnTo>
                    <a:pt x="3853153" y="1821291"/>
                  </a:lnTo>
                  <a:lnTo>
                    <a:pt x="3837793" y="1777906"/>
                  </a:lnTo>
                  <a:lnTo>
                    <a:pt x="3821719" y="1734863"/>
                  </a:lnTo>
                  <a:lnTo>
                    <a:pt x="3804937" y="1692171"/>
                  </a:lnTo>
                  <a:lnTo>
                    <a:pt x="3787455" y="1649836"/>
                  </a:lnTo>
                  <a:lnTo>
                    <a:pt x="3769280" y="1607866"/>
                  </a:lnTo>
                  <a:lnTo>
                    <a:pt x="3750419" y="1566267"/>
                  </a:lnTo>
                  <a:lnTo>
                    <a:pt x="3730880" y="1525047"/>
                  </a:lnTo>
                  <a:lnTo>
                    <a:pt x="3710668" y="1484213"/>
                  </a:lnTo>
                  <a:lnTo>
                    <a:pt x="3689793" y="1443772"/>
                  </a:lnTo>
                  <a:lnTo>
                    <a:pt x="3668259" y="1403732"/>
                  </a:lnTo>
                  <a:lnTo>
                    <a:pt x="3646076" y="1364098"/>
                  </a:lnTo>
                  <a:lnTo>
                    <a:pt x="3623250" y="1324879"/>
                  </a:lnTo>
                  <a:lnTo>
                    <a:pt x="3599787" y="1286082"/>
                  </a:lnTo>
                  <a:lnTo>
                    <a:pt x="3575696" y="1247714"/>
                  </a:lnTo>
                  <a:lnTo>
                    <a:pt x="3550984" y="1209782"/>
                  </a:lnTo>
                  <a:lnTo>
                    <a:pt x="3525656" y="1172292"/>
                  </a:lnTo>
                  <a:lnTo>
                    <a:pt x="3499722" y="1135253"/>
                  </a:lnTo>
                  <a:lnTo>
                    <a:pt x="3473187" y="1098671"/>
                  </a:lnTo>
                  <a:lnTo>
                    <a:pt x="3446059" y="1062554"/>
                  </a:lnTo>
                  <a:lnTo>
                    <a:pt x="3418345" y="1026908"/>
                  </a:lnTo>
                  <a:lnTo>
                    <a:pt x="3390053" y="991742"/>
                  </a:lnTo>
                  <a:lnTo>
                    <a:pt x="3361189" y="957061"/>
                  </a:lnTo>
                  <a:lnTo>
                    <a:pt x="3331760" y="922873"/>
                  </a:lnTo>
                  <a:lnTo>
                    <a:pt x="3301774" y="889185"/>
                  </a:lnTo>
                  <a:lnTo>
                    <a:pt x="3271238" y="856005"/>
                  </a:lnTo>
                  <a:lnTo>
                    <a:pt x="3240159" y="823339"/>
                  </a:lnTo>
                  <a:lnTo>
                    <a:pt x="3208543" y="791195"/>
                  </a:lnTo>
                  <a:lnTo>
                    <a:pt x="3176399" y="759580"/>
                  </a:lnTo>
                  <a:lnTo>
                    <a:pt x="3143734" y="728501"/>
                  </a:lnTo>
                  <a:lnTo>
                    <a:pt x="3110554" y="697964"/>
                  </a:lnTo>
                  <a:lnTo>
                    <a:pt x="3076866" y="667978"/>
                  </a:lnTo>
                  <a:lnTo>
                    <a:pt x="3042678" y="638549"/>
                  </a:lnTo>
                  <a:lnTo>
                    <a:pt x="3007998" y="609685"/>
                  </a:lnTo>
                  <a:lnTo>
                    <a:pt x="2972831" y="581392"/>
                  </a:lnTo>
                  <a:lnTo>
                    <a:pt x="2937185" y="553679"/>
                  </a:lnTo>
                  <a:lnTo>
                    <a:pt x="2901068" y="526551"/>
                  </a:lnTo>
                  <a:lnTo>
                    <a:pt x="2864487" y="500016"/>
                  </a:lnTo>
                  <a:lnTo>
                    <a:pt x="2827448" y="474081"/>
                  </a:lnTo>
                  <a:lnTo>
                    <a:pt x="2789959" y="448754"/>
                  </a:lnTo>
                  <a:lnTo>
                    <a:pt x="2752026" y="424041"/>
                  </a:lnTo>
                  <a:lnTo>
                    <a:pt x="2713658" y="399950"/>
                  </a:lnTo>
                  <a:lnTo>
                    <a:pt x="2674861" y="376488"/>
                  </a:lnTo>
                  <a:lnTo>
                    <a:pt x="2635643" y="353661"/>
                  </a:lnTo>
                  <a:lnTo>
                    <a:pt x="2596009" y="331478"/>
                  </a:lnTo>
                  <a:lnTo>
                    <a:pt x="2555969" y="309945"/>
                  </a:lnTo>
                  <a:lnTo>
                    <a:pt x="2515528" y="289069"/>
                  </a:lnTo>
                  <a:lnTo>
                    <a:pt x="2474695" y="268858"/>
                  </a:lnTo>
                  <a:lnTo>
                    <a:pt x="2433475" y="249318"/>
                  </a:lnTo>
                  <a:lnTo>
                    <a:pt x="2391876" y="230457"/>
                  </a:lnTo>
                  <a:lnTo>
                    <a:pt x="2349906" y="212282"/>
                  </a:lnTo>
                  <a:lnTo>
                    <a:pt x="2307572" y="194800"/>
                  </a:lnTo>
                  <a:lnTo>
                    <a:pt x="2264880" y="178019"/>
                  </a:lnTo>
                  <a:lnTo>
                    <a:pt x="2221837" y="161944"/>
                  </a:lnTo>
                  <a:lnTo>
                    <a:pt x="2178452" y="146584"/>
                  </a:lnTo>
                  <a:lnTo>
                    <a:pt x="2134731" y="131946"/>
                  </a:lnTo>
                  <a:lnTo>
                    <a:pt x="2090681" y="118037"/>
                  </a:lnTo>
                  <a:lnTo>
                    <a:pt x="2046309" y="104863"/>
                  </a:lnTo>
                  <a:lnTo>
                    <a:pt x="2001623" y="92433"/>
                  </a:lnTo>
                  <a:lnTo>
                    <a:pt x="1956630" y="80752"/>
                  </a:lnTo>
                  <a:lnTo>
                    <a:pt x="1911336" y="69829"/>
                  </a:lnTo>
                  <a:lnTo>
                    <a:pt x="1865749" y="59671"/>
                  </a:lnTo>
                  <a:lnTo>
                    <a:pt x="1819876" y="50284"/>
                  </a:lnTo>
                  <a:lnTo>
                    <a:pt x="1773725" y="41676"/>
                  </a:lnTo>
                  <a:lnTo>
                    <a:pt x="1727302" y="33854"/>
                  </a:lnTo>
                  <a:lnTo>
                    <a:pt x="1680614" y="26825"/>
                  </a:lnTo>
                  <a:lnTo>
                    <a:pt x="1633669" y="20596"/>
                  </a:lnTo>
                  <a:lnTo>
                    <a:pt x="1586474" y="15174"/>
                  </a:lnTo>
                  <a:lnTo>
                    <a:pt x="1539035" y="10567"/>
                  </a:lnTo>
                  <a:lnTo>
                    <a:pt x="1491361" y="6782"/>
                  </a:lnTo>
                  <a:lnTo>
                    <a:pt x="1443458" y="3825"/>
                  </a:lnTo>
                  <a:lnTo>
                    <a:pt x="1395333" y="1705"/>
                  </a:lnTo>
                  <a:lnTo>
                    <a:pt x="1346994" y="427"/>
                  </a:lnTo>
                  <a:lnTo>
                    <a:pt x="1298448" y="0"/>
                  </a:lnTo>
                  <a:lnTo>
                    <a:pt x="1249903" y="427"/>
                  </a:lnTo>
                  <a:lnTo>
                    <a:pt x="1201565" y="1705"/>
                  </a:lnTo>
                  <a:lnTo>
                    <a:pt x="1153442" y="3825"/>
                  </a:lnTo>
                  <a:lnTo>
                    <a:pt x="1105541" y="6782"/>
                  </a:lnTo>
                  <a:lnTo>
                    <a:pt x="1057868" y="10567"/>
                  </a:lnTo>
                  <a:lnTo>
                    <a:pt x="1010431" y="15174"/>
                  </a:lnTo>
                  <a:lnTo>
                    <a:pt x="963238" y="20596"/>
                  </a:lnTo>
                  <a:lnTo>
                    <a:pt x="916295" y="26825"/>
                  </a:lnTo>
                  <a:lnTo>
                    <a:pt x="869609" y="33854"/>
                  </a:lnTo>
                  <a:lnTo>
                    <a:pt x="823187" y="41676"/>
                  </a:lnTo>
                  <a:lnTo>
                    <a:pt x="777038" y="50284"/>
                  </a:lnTo>
                  <a:lnTo>
                    <a:pt x="731167" y="59671"/>
                  </a:lnTo>
                  <a:lnTo>
                    <a:pt x="685582" y="69829"/>
                  </a:lnTo>
                  <a:lnTo>
                    <a:pt x="640290" y="80752"/>
                  </a:lnTo>
                  <a:lnTo>
                    <a:pt x="595298" y="92433"/>
                  </a:lnTo>
                  <a:lnTo>
                    <a:pt x="550614" y="104863"/>
                  </a:lnTo>
                  <a:lnTo>
                    <a:pt x="506244" y="118037"/>
                  </a:lnTo>
                  <a:lnTo>
                    <a:pt x="462196" y="131946"/>
                  </a:lnTo>
                  <a:lnTo>
                    <a:pt x="418477" y="146584"/>
                  </a:lnTo>
                  <a:lnTo>
                    <a:pt x="375093" y="161944"/>
                  </a:lnTo>
                  <a:lnTo>
                    <a:pt x="332053" y="178019"/>
                  </a:lnTo>
                  <a:lnTo>
                    <a:pt x="289363" y="194800"/>
                  </a:lnTo>
                  <a:lnTo>
                    <a:pt x="247030" y="212282"/>
                  </a:lnTo>
                  <a:lnTo>
                    <a:pt x="205062" y="230457"/>
                  </a:lnTo>
                  <a:lnTo>
                    <a:pt x="163465" y="249318"/>
                  </a:lnTo>
                  <a:lnTo>
                    <a:pt x="122247" y="268858"/>
                  </a:lnTo>
                  <a:lnTo>
                    <a:pt x="81415" y="289069"/>
                  </a:lnTo>
                  <a:lnTo>
                    <a:pt x="40977" y="309945"/>
                  </a:lnTo>
                  <a:lnTo>
                    <a:pt x="938" y="331478"/>
                  </a:lnTo>
                  <a:lnTo>
                    <a:pt x="0" y="332003"/>
                  </a:lnTo>
                </a:path>
              </a:pathLst>
            </a:custGeom>
            <a:ln w="952500">
              <a:solidFill>
                <a:srgbClr val="F6F6F6"/>
              </a:solidFill>
            </a:ln>
          </p:spPr>
          <p:txBody>
            <a:bodyPr wrap="square" lIns="0" tIns="0" rIns="0" bIns="0" rtlCol="0"/>
            <a:lstStyle/>
            <a:p>
              <a:endParaRPr/>
            </a:p>
          </p:txBody>
        </p:sp>
        <p:sp>
          <p:nvSpPr>
            <p:cNvPr id="4" name="object 4"/>
            <p:cNvSpPr/>
            <p:nvPr/>
          </p:nvSpPr>
          <p:spPr>
            <a:xfrm>
              <a:off x="1074661" y="8563482"/>
              <a:ext cx="16139160" cy="0"/>
            </a:xfrm>
            <a:custGeom>
              <a:avLst/>
              <a:gdLst/>
              <a:ahLst/>
              <a:cxnLst/>
              <a:rect l="l" t="t" r="r" b="b"/>
              <a:pathLst>
                <a:path w="16139160">
                  <a:moveTo>
                    <a:pt x="0" y="0"/>
                  </a:moveTo>
                  <a:lnTo>
                    <a:pt x="16138664" y="0"/>
                  </a:lnTo>
                </a:path>
              </a:pathLst>
            </a:custGeom>
            <a:ln w="38100">
              <a:solidFill>
                <a:srgbClr val="17716C"/>
              </a:solidFill>
            </a:ln>
          </p:spPr>
          <p:txBody>
            <a:bodyPr wrap="square" lIns="0" tIns="0" rIns="0" bIns="0" rtlCol="0"/>
            <a:lstStyle/>
            <a:p>
              <a:endParaRPr/>
            </a:p>
          </p:txBody>
        </p:sp>
      </p:grpSp>
      <p:sp>
        <p:nvSpPr>
          <p:cNvPr id="5" name="object 5"/>
          <p:cNvSpPr/>
          <p:nvPr/>
        </p:nvSpPr>
        <p:spPr>
          <a:xfrm>
            <a:off x="10998834" y="1139697"/>
            <a:ext cx="4758690" cy="4758690"/>
          </a:xfrm>
          <a:custGeom>
            <a:avLst/>
            <a:gdLst/>
            <a:ahLst/>
            <a:cxnLst/>
            <a:rect l="l" t="t" r="r" b="b"/>
            <a:pathLst>
              <a:path w="4758690" h="4758690">
                <a:moveTo>
                  <a:pt x="2379218" y="0"/>
                </a:moveTo>
                <a:lnTo>
                  <a:pt x="2330664" y="485"/>
                </a:lnTo>
                <a:lnTo>
                  <a:pt x="2282347" y="1936"/>
                </a:lnTo>
                <a:lnTo>
                  <a:pt x="2234276" y="4342"/>
                </a:lnTo>
                <a:lnTo>
                  <a:pt x="2186460" y="7695"/>
                </a:lnTo>
                <a:lnTo>
                  <a:pt x="2138909" y="11985"/>
                </a:lnTo>
                <a:lnTo>
                  <a:pt x="2091631" y="17203"/>
                </a:lnTo>
                <a:lnTo>
                  <a:pt x="2044637" y="23340"/>
                </a:lnTo>
                <a:lnTo>
                  <a:pt x="1997934" y="30387"/>
                </a:lnTo>
                <a:lnTo>
                  <a:pt x="1951533" y="38334"/>
                </a:lnTo>
                <a:lnTo>
                  <a:pt x="1905443" y="47173"/>
                </a:lnTo>
                <a:lnTo>
                  <a:pt x="1859672" y="56893"/>
                </a:lnTo>
                <a:lnTo>
                  <a:pt x="1814231" y="67486"/>
                </a:lnTo>
                <a:lnTo>
                  <a:pt x="1769127" y="78943"/>
                </a:lnTo>
                <a:lnTo>
                  <a:pt x="1724371" y="91254"/>
                </a:lnTo>
                <a:lnTo>
                  <a:pt x="1679972" y="104411"/>
                </a:lnTo>
                <a:lnTo>
                  <a:pt x="1635938" y="118403"/>
                </a:lnTo>
                <a:lnTo>
                  <a:pt x="1592280" y="133222"/>
                </a:lnTo>
                <a:lnTo>
                  <a:pt x="1549006" y="148858"/>
                </a:lnTo>
                <a:lnTo>
                  <a:pt x="1506125" y="165303"/>
                </a:lnTo>
                <a:lnTo>
                  <a:pt x="1463647" y="182547"/>
                </a:lnTo>
                <a:lnTo>
                  <a:pt x="1421581" y="200580"/>
                </a:lnTo>
                <a:lnTo>
                  <a:pt x="1379937" y="219394"/>
                </a:lnTo>
                <a:lnTo>
                  <a:pt x="1338722" y="238980"/>
                </a:lnTo>
                <a:lnTo>
                  <a:pt x="1297947" y="259327"/>
                </a:lnTo>
                <a:lnTo>
                  <a:pt x="1257621" y="280428"/>
                </a:lnTo>
                <a:lnTo>
                  <a:pt x="1217753" y="302272"/>
                </a:lnTo>
                <a:lnTo>
                  <a:pt x="1178353" y="324851"/>
                </a:lnTo>
                <a:lnTo>
                  <a:pt x="1139428" y="348156"/>
                </a:lnTo>
                <a:lnTo>
                  <a:pt x="1100990" y="372176"/>
                </a:lnTo>
                <a:lnTo>
                  <a:pt x="1063046" y="396903"/>
                </a:lnTo>
                <a:lnTo>
                  <a:pt x="1025606" y="422328"/>
                </a:lnTo>
                <a:lnTo>
                  <a:pt x="988680" y="448441"/>
                </a:lnTo>
                <a:lnTo>
                  <a:pt x="952276" y="475234"/>
                </a:lnTo>
                <a:lnTo>
                  <a:pt x="916404" y="502696"/>
                </a:lnTo>
                <a:lnTo>
                  <a:pt x="881073" y="530819"/>
                </a:lnTo>
                <a:lnTo>
                  <a:pt x="846292" y="559594"/>
                </a:lnTo>
                <a:lnTo>
                  <a:pt x="812070" y="589011"/>
                </a:lnTo>
                <a:lnTo>
                  <a:pt x="778417" y="619061"/>
                </a:lnTo>
                <a:lnTo>
                  <a:pt x="745342" y="649735"/>
                </a:lnTo>
                <a:lnTo>
                  <a:pt x="712854" y="681024"/>
                </a:lnTo>
                <a:lnTo>
                  <a:pt x="680962" y="712918"/>
                </a:lnTo>
                <a:lnTo>
                  <a:pt x="649675" y="745409"/>
                </a:lnTo>
                <a:lnTo>
                  <a:pt x="619004" y="778486"/>
                </a:lnTo>
                <a:lnTo>
                  <a:pt x="588956" y="812142"/>
                </a:lnTo>
                <a:lnTo>
                  <a:pt x="559541" y="846366"/>
                </a:lnTo>
                <a:lnTo>
                  <a:pt x="530769" y="881149"/>
                </a:lnTo>
                <a:lnTo>
                  <a:pt x="502648" y="916482"/>
                </a:lnTo>
                <a:lnTo>
                  <a:pt x="475187" y="952357"/>
                </a:lnTo>
                <a:lnTo>
                  <a:pt x="448397" y="988763"/>
                </a:lnTo>
                <a:lnTo>
                  <a:pt x="422286" y="1025692"/>
                </a:lnTo>
                <a:lnTo>
                  <a:pt x="396864" y="1063133"/>
                </a:lnTo>
                <a:lnTo>
                  <a:pt x="372139" y="1101079"/>
                </a:lnTo>
                <a:lnTo>
                  <a:pt x="348121" y="1139520"/>
                </a:lnTo>
                <a:lnTo>
                  <a:pt x="324818" y="1178447"/>
                </a:lnTo>
                <a:lnTo>
                  <a:pt x="302242" y="1217849"/>
                </a:lnTo>
                <a:lnTo>
                  <a:pt x="280399" y="1257719"/>
                </a:lnTo>
                <a:lnTo>
                  <a:pt x="259301" y="1298047"/>
                </a:lnTo>
                <a:lnTo>
                  <a:pt x="238955" y="1338824"/>
                </a:lnTo>
                <a:lnTo>
                  <a:pt x="219371" y="1380041"/>
                </a:lnTo>
                <a:lnTo>
                  <a:pt x="200559" y="1421687"/>
                </a:lnTo>
                <a:lnTo>
                  <a:pt x="182527" y="1463755"/>
                </a:lnTo>
                <a:lnTo>
                  <a:pt x="165285" y="1506234"/>
                </a:lnTo>
                <a:lnTo>
                  <a:pt x="148842" y="1549117"/>
                </a:lnTo>
                <a:lnTo>
                  <a:pt x="133207" y="1592392"/>
                </a:lnTo>
                <a:lnTo>
                  <a:pt x="118390" y="1636052"/>
                </a:lnTo>
                <a:lnTo>
                  <a:pt x="104399" y="1680087"/>
                </a:lnTo>
                <a:lnTo>
                  <a:pt x="91244" y="1724488"/>
                </a:lnTo>
                <a:lnTo>
                  <a:pt x="78934" y="1769245"/>
                </a:lnTo>
                <a:lnTo>
                  <a:pt x="67479" y="1814350"/>
                </a:lnTo>
                <a:lnTo>
                  <a:pt x="56887" y="1859793"/>
                </a:lnTo>
                <a:lnTo>
                  <a:pt x="47167" y="1905565"/>
                </a:lnTo>
                <a:lnTo>
                  <a:pt x="38330" y="1951656"/>
                </a:lnTo>
                <a:lnTo>
                  <a:pt x="30383" y="1998058"/>
                </a:lnTo>
                <a:lnTo>
                  <a:pt x="23337" y="2044761"/>
                </a:lnTo>
                <a:lnTo>
                  <a:pt x="17201" y="2091756"/>
                </a:lnTo>
                <a:lnTo>
                  <a:pt x="11983" y="2139034"/>
                </a:lnTo>
                <a:lnTo>
                  <a:pt x="7694" y="2186586"/>
                </a:lnTo>
                <a:lnTo>
                  <a:pt x="4341" y="2234402"/>
                </a:lnTo>
                <a:lnTo>
                  <a:pt x="1935" y="2282473"/>
                </a:lnTo>
                <a:lnTo>
                  <a:pt x="485" y="2330791"/>
                </a:lnTo>
                <a:lnTo>
                  <a:pt x="0" y="2379345"/>
                </a:lnTo>
                <a:lnTo>
                  <a:pt x="485" y="2427894"/>
                </a:lnTo>
                <a:lnTo>
                  <a:pt x="1935" y="2476206"/>
                </a:lnTo>
                <a:lnTo>
                  <a:pt x="4341" y="2524273"/>
                </a:lnTo>
                <a:lnTo>
                  <a:pt x="7694" y="2572085"/>
                </a:lnTo>
                <a:lnTo>
                  <a:pt x="11983" y="2619632"/>
                </a:lnTo>
                <a:lnTo>
                  <a:pt x="17201" y="2666906"/>
                </a:lnTo>
                <a:lnTo>
                  <a:pt x="23337" y="2713898"/>
                </a:lnTo>
                <a:lnTo>
                  <a:pt x="30383" y="2760597"/>
                </a:lnTo>
                <a:lnTo>
                  <a:pt x="38330" y="2806995"/>
                </a:lnTo>
                <a:lnTo>
                  <a:pt x="47167" y="2853083"/>
                </a:lnTo>
                <a:lnTo>
                  <a:pt x="56887" y="2898851"/>
                </a:lnTo>
                <a:lnTo>
                  <a:pt x="67479" y="2944290"/>
                </a:lnTo>
                <a:lnTo>
                  <a:pt x="78934" y="2989392"/>
                </a:lnTo>
                <a:lnTo>
                  <a:pt x="91244" y="3034146"/>
                </a:lnTo>
                <a:lnTo>
                  <a:pt x="104399" y="3078543"/>
                </a:lnTo>
                <a:lnTo>
                  <a:pt x="118390" y="3122575"/>
                </a:lnTo>
                <a:lnTo>
                  <a:pt x="133207" y="3166232"/>
                </a:lnTo>
                <a:lnTo>
                  <a:pt x="148842" y="3209505"/>
                </a:lnTo>
                <a:lnTo>
                  <a:pt x="165285" y="3252384"/>
                </a:lnTo>
                <a:lnTo>
                  <a:pt x="182527" y="3294861"/>
                </a:lnTo>
                <a:lnTo>
                  <a:pt x="200559" y="3336926"/>
                </a:lnTo>
                <a:lnTo>
                  <a:pt x="219371" y="3378571"/>
                </a:lnTo>
                <a:lnTo>
                  <a:pt x="238955" y="3419784"/>
                </a:lnTo>
                <a:lnTo>
                  <a:pt x="259301" y="3460559"/>
                </a:lnTo>
                <a:lnTo>
                  <a:pt x="280399" y="3500884"/>
                </a:lnTo>
                <a:lnTo>
                  <a:pt x="302242" y="3540752"/>
                </a:lnTo>
                <a:lnTo>
                  <a:pt x="324818" y="3580153"/>
                </a:lnTo>
                <a:lnTo>
                  <a:pt x="348121" y="3619077"/>
                </a:lnTo>
                <a:lnTo>
                  <a:pt x="372139" y="3657516"/>
                </a:lnTo>
                <a:lnTo>
                  <a:pt x="396864" y="3695460"/>
                </a:lnTo>
                <a:lnTo>
                  <a:pt x="422286" y="3732900"/>
                </a:lnTo>
                <a:lnTo>
                  <a:pt x="448397" y="3769827"/>
                </a:lnTo>
                <a:lnTo>
                  <a:pt x="475187" y="3806232"/>
                </a:lnTo>
                <a:lnTo>
                  <a:pt x="502648" y="3842104"/>
                </a:lnTo>
                <a:lnTo>
                  <a:pt x="530769" y="3877436"/>
                </a:lnTo>
                <a:lnTo>
                  <a:pt x="559541" y="3912218"/>
                </a:lnTo>
                <a:lnTo>
                  <a:pt x="588956" y="3946441"/>
                </a:lnTo>
                <a:lnTo>
                  <a:pt x="619004" y="3980095"/>
                </a:lnTo>
                <a:lnTo>
                  <a:pt x="649675" y="4013171"/>
                </a:lnTo>
                <a:lnTo>
                  <a:pt x="680962" y="4045660"/>
                </a:lnTo>
                <a:lnTo>
                  <a:pt x="712854" y="4077553"/>
                </a:lnTo>
                <a:lnTo>
                  <a:pt x="745342" y="4108841"/>
                </a:lnTo>
                <a:lnTo>
                  <a:pt x="778417" y="4139514"/>
                </a:lnTo>
                <a:lnTo>
                  <a:pt x="812070" y="4169563"/>
                </a:lnTo>
                <a:lnTo>
                  <a:pt x="846292" y="4198979"/>
                </a:lnTo>
                <a:lnTo>
                  <a:pt x="881073" y="4227753"/>
                </a:lnTo>
                <a:lnTo>
                  <a:pt x="916404" y="4255875"/>
                </a:lnTo>
                <a:lnTo>
                  <a:pt x="952276" y="4283337"/>
                </a:lnTo>
                <a:lnTo>
                  <a:pt x="988680" y="4310129"/>
                </a:lnTo>
                <a:lnTo>
                  <a:pt x="1025606" y="4336241"/>
                </a:lnTo>
                <a:lnTo>
                  <a:pt x="1063046" y="4361665"/>
                </a:lnTo>
                <a:lnTo>
                  <a:pt x="1100990" y="4386392"/>
                </a:lnTo>
                <a:lnTo>
                  <a:pt x="1139428" y="4410412"/>
                </a:lnTo>
                <a:lnTo>
                  <a:pt x="1178353" y="4433715"/>
                </a:lnTo>
                <a:lnTo>
                  <a:pt x="1217753" y="4456294"/>
                </a:lnTo>
                <a:lnTo>
                  <a:pt x="1257621" y="4478138"/>
                </a:lnTo>
                <a:lnTo>
                  <a:pt x="1297947" y="4499238"/>
                </a:lnTo>
                <a:lnTo>
                  <a:pt x="1338722" y="4519585"/>
                </a:lnTo>
                <a:lnTo>
                  <a:pt x="1379937" y="4539170"/>
                </a:lnTo>
                <a:lnTo>
                  <a:pt x="1421581" y="4557984"/>
                </a:lnTo>
                <a:lnTo>
                  <a:pt x="1463647" y="4576017"/>
                </a:lnTo>
                <a:lnTo>
                  <a:pt x="1506125" y="4593261"/>
                </a:lnTo>
                <a:lnTo>
                  <a:pt x="1549006" y="4609705"/>
                </a:lnTo>
                <a:lnTo>
                  <a:pt x="1592280" y="4625341"/>
                </a:lnTo>
                <a:lnTo>
                  <a:pt x="1635938" y="4640160"/>
                </a:lnTo>
                <a:lnTo>
                  <a:pt x="1679972" y="4654152"/>
                </a:lnTo>
                <a:lnTo>
                  <a:pt x="1724371" y="4667308"/>
                </a:lnTo>
                <a:lnTo>
                  <a:pt x="1769127" y="4679619"/>
                </a:lnTo>
                <a:lnTo>
                  <a:pt x="1814231" y="4691076"/>
                </a:lnTo>
                <a:lnTo>
                  <a:pt x="1859672" y="4701669"/>
                </a:lnTo>
                <a:lnTo>
                  <a:pt x="1905443" y="4711390"/>
                </a:lnTo>
                <a:lnTo>
                  <a:pt x="1951533" y="4720228"/>
                </a:lnTo>
                <a:lnTo>
                  <a:pt x="1997934" y="4728175"/>
                </a:lnTo>
                <a:lnTo>
                  <a:pt x="2044637" y="4735222"/>
                </a:lnTo>
                <a:lnTo>
                  <a:pt x="2091631" y="4741359"/>
                </a:lnTo>
                <a:lnTo>
                  <a:pt x="2138909" y="4746577"/>
                </a:lnTo>
                <a:lnTo>
                  <a:pt x="2186460" y="4750867"/>
                </a:lnTo>
                <a:lnTo>
                  <a:pt x="2234276" y="4754220"/>
                </a:lnTo>
                <a:lnTo>
                  <a:pt x="2282347" y="4756626"/>
                </a:lnTo>
                <a:lnTo>
                  <a:pt x="2330664" y="4758077"/>
                </a:lnTo>
                <a:lnTo>
                  <a:pt x="2379218" y="4758563"/>
                </a:lnTo>
                <a:lnTo>
                  <a:pt x="2427771" y="4758077"/>
                </a:lnTo>
                <a:lnTo>
                  <a:pt x="2476088" y="4756626"/>
                </a:lnTo>
                <a:lnTo>
                  <a:pt x="2524159" y="4754220"/>
                </a:lnTo>
                <a:lnTo>
                  <a:pt x="2571975" y="4750867"/>
                </a:lnTo>
                <a:lnTo>
                  <a:pt x="2619526" y="4746577"/>
                </a:lnTo>
                <a:lnTo>
                  <a:pt x="2666804" y="4741359"/>
                </a:lnTo>
                <a:lnTo>
                  <a:pt x="2713798" y="4735222"/>
                </a:lnTo>
                <a:lnTo>
                  <a:pt x="2760501" y="4728175"/>
                </a:lnTo>
                <a:lnTo>
                  <a:pt x="2806902" y="4720228"/>
                </a:lnTo>
                <a:lnTo>
                  <a:pt x="2852992" y="4711390"/>
                </a:lnTo>
                <a:lnTo>
                  <a:pt x="2898763" y="4701669"/>
                </a:lnTo>
                <a:lnTo>
                  <a:pt x="2944204" y="4691076"/>
                </a:lnTo>
                <a:lnTo>
                  <a:pt x="2989308" y="4679619"/>
                </a:lnTo>
                <a:lnTo>
                  <a:pt x="3034064" y="4667308"/>
                </a:lnTo>
                <a:lnTo>
                  <a:pt x="3078463" y="4654152"/>
                </a:lnTo>
                <a:lnTo>
                  <a:pt x="3122497" y="4640160"/>
                </a:lnTo>
                <a:lnTo>
                  <a:pt x="3166155" y="4625341"/>
                </a:lnTo>
                <a:lnTo>
                  <a:pt x="3209429" y="4609705"/>
                </a:lnTo>
                <a:lnTo>
                  <a:pt x="3252310" y="4593261"/>
                </a:lnTo>
                <a:lnTo>
                  <a:pt x="3294788" y="4576017"/>
                </a:lnTo>
                <a:lnTo>
                  <a:pt x="3336854" y="4557984"/>
                </a:lnTo>
                <a:lnTo>
                  <a:pt x="3378498" y="4539170"/>
                </a:lnTo>
                <a:lnTo>
                  <a:pt x="3419713" y="4519585"/>
                </a:lnTo>
                <a:lnTo>
                  <a:pt x="3460488" y="4499238"/>
                </a:lnTo>
                <a:lnTo>
                  <a:pt x="3500814" y="4478138"/>
                </a:lnTo>
                <a:lnTo>
                  <a:pt x="3540682" y="4456294"/>
                </a:lnTo>
                <a:lnTo>
                  <a:pt x="3580082" y="4433715"/>
                </a:lnTo>
                <a:lnTo>
                  <a:pt x="3619007" y="4410412"/>
                </a:lnTo>
                <a:lnTo>
                  <a:pt x="3657445" y="4386392"/>
                </a:lnTo>
                <a:lnTo>
                  <a:pt x="3695389" y="4361665"/>
                </a:lnTo>
                <a:lnTo>
                  <a:pt x="3732829" y="4336241"/>
                </a:lnTo>
                <a:lnTo>
                  <a:pt x="3769755" y="4310129"/>
                </a:lnTo>
                <a:lnTo>
                  <a:pt x="3806159" y="4283337"/>
                </a:lnTo>
                <a:lnTo>
                  <a:pt x="3842031" y="4255875"/>
                </a:lnTo>
                <a:lnTo>
                  <a:pt x="3877362" y="4227753"/>
                </a:lnTo>
                <a:lnTo>
                  <a:pt x="3912143" y="4198979"/>
                </a:lnTo>
                <a:lnTo>
                  <a:pt x="3946365" y="4169563"/>
                </a:lnTo>
                <a:lnTo>
                  <a:pt x="3980018" y="4139514"/>
                </a:lnTo>
                <a:lnTo>
                  <a:pt x="4013093" y="4108841"/>
                </a:lnTo>
                <a:lnTo>
                  <a:pt x="4045581" y="4077553"/>
                </a:lnTo>
                <a:lnTo>
                  <a:pt x="4077473" y="4045660"/>
                </a:lnTo>
                <a:lnTo>
                  <a:pt x="4108760" y="4013171"/>
                </a:lnTo>
                <a:lnTo>
                  <a:pt x="4139431" y="3980095"/>
                </a:lnTo>
                <a:lnTo>
                  <a:pt x="4169479" y="3946441"/>
                </a:lnTo>
                <a:lnTo>
                  <a:pt x="4198894" y="3912218"/>
                </a:lnTo>
                <a:lnTo>
                  <a:pt x="4227666" y="3877436"/>
                </a:lnTo>
                <a:lnTo>
                  <a:pt x="4255787" y="3842104"/>
                </a:lnTo>
                <a:lnTo>
                  <a:pt x="4283248" y="3806232"/>
                </a:lnTo>
                <a:lnTo>
                  <a:pt x="4310038" y="3769827"/>
                </a:lnTo>
                <a:lnTo>
                  <a:pt x="4336149" y="3732900"/>
                </a:lnTo>
                <a:lnTo>
                  <a:pt x="4361571" y="3695460"/>
                </a:lnTo>
                <a:lnTo>
                  <a:pt x="4386296" y="3657516"/>
                </a:lnTo>
                <a:lnTo>
                  <a:pt x="4410314" y="3619077"/>
                </a:lnTo>
                <a:lnTo>
                  <a:pt x="4433617" y="3580153"/>
                </a:lnTo>
                <a:lnTo>
                  <a:pt x="4456193" y="3540752"/>
                </a:lnTo>
                <a:lnTo>
                  <a:pt x="4478036" y="3500884"/>
                </a:lnTo>
                <a:lnTo>
                  <a:pt x="4499134" y="3460559"/>
                </a:lnTo>
                <a:lnTo>
                  <a:pt x="4519480" y="3419784"/>
                </a:lnTo>
                <a:lnTo>
                  <a:pt x="4539064" y="3378571"/>
                </a:lnTo>
                <a:lnTo>
                  <a:pt x="4557876" y="3336926"/>
                </a:lnTo>
                <a:lnTo>
                  <a:pt x="4575908" y="3294861"/>
                </a:lnTo>
                <a:lnTo>
                  <a:pt x="4593150" y="3252384"/>
                </a:lnTo>
                <a:lnTo>
                  <a:pt x="4609593" y="3209505"/>
                </a:lnTo>
                <a:lnTo>
                  <a:pt x="4625228" y="3166232"/>
                </a:lnTo>
                <a:lnTo>
                  <a:pt x="4640045" y="3122575"/>
                </a:lnTo>
                <a:lnTo>
                  <a:pt x="4654036" y="3078543"/>
                </a:lnTo>
                <a:lnTo>
                  <a:pt x="4667191" y="3034146"/>
                </a:lnTo>
                <a:lnTo>
                  <a:pt x="4679501" y="2989392"/>
                </a:lnTo>
                <a:lnTo>
                  <a:pt x="4690956" y="2944290"/>
                </a:lnTo>
                <a:lnTo>
                  <a:pt x="4701548" y="2898851"/>
                </a:lnTo>
                <a:lnTo>
                  <a:pt x="4711268" y="2853083"/>
                </a:lnTo>
                <a:lnTo>
                  <a:pt x="4720105" y="2806995"/>
                </a:lnTo>
                <a:lnTo>
                  <a:pt x="4728052" y="2760597"/>
                </a:lnTo>
                <a:lnTo>
                  <a:pt x="4735098" y="2713898"/>
                </a:lnTo>
                <a:lnTo>
                  <a:pt x="4741234" y="2666906"/>
                </a:lnTo>
                <a:lnTo>
                  <a:pt x="4746452" y="2619632"/>
                </a:lnTo>
                <a:lnTo>
                  <a:pt x="4750741" y="2572085"/>
                </a:lnTo>
                <a:lnTo>
                  <a:pt x="4754094" y="2524273"/>
                </a:lnTo>
                <a:lnTo>
                  <a:pt x="4756500" y="2476206"/>
                </a:lnTo>
                <a:lnTo>
                  <a:pt x="4757950" y="2427894"/>
                </a:lnTo>
                <a:lnTo>
                  <a:pt x="4758436" y="2379345"/>
                </a:lnTo>
                <a:lnTo>
                  <a:pt x="4757950" y="2330791"/>
                </a:lnTo>
                <a:lnTo>
                  <a:pt x="4756500" y="2282473"/>
                </a:lnTo>
                <a:lnTo>
                  <a:pt x="4754094" y="2234402"/>
                </a:lnTo>
                <a:lnTo>
                  <a:pt x="4750741" y="2186586"/>
                </a:lnTo>
                <a:lnTo>
                  <a:pt x="4746452" y="2139034"/>
                </a:lnTo>
                <a:lnTo>
                  <a:pt x="4741234" y="2091756"/>
                </a:lnTo>
                <a:lnTo>
                  <a:pt x="4735098" y="2044761"/>
                </a:lnTo>
                <a:lnTo>
                  <a:pt x="4728052" y="1998058"/>
                </a:lnTo>
                <a:lnTo>
                  <a:pt x="4720105" y="1951656"/>
                </a:lnTo>
                <a:lnTo>
                  <a:pt x="4711268" y="1905565"/>
                </a:lnTo>
                <a:lnTo>
                  <a:pt x="4701548" y="1859793"/>
                </a:lnTo>
                <a:lnTo>
                  <a:pt x="4690956" y="1814350"/>
                </a:lnTo>
                <a:lnTo>
                  <a:pt x="4679501" y="1769245"/>
                </a:lnTo>
                <a:lnTo>
                  <a:pt x="4667191" y="1724488"/>
                </a:lnTo>
                <a:lnTo>
                  <a:pt x="4654036" y="1680087"/>
                </a:lnTo>
                <a:lnTo>
                  <a:pt x="4640045" y="1636052"/>
                </a:lnTo>
                <a:lnTo>
                  <a:pt x="4625228" y="1592392"/>
                </a:lnTo>
                <a:lnTo>
                  <a:pt x="4609593" y="1549117"/>
                </a:lnTo>
                <a:lnTo>
                  <a:pt x="4593150" y="1506234"/>
                </a:lnTo>
                <a:lnTo>
                  <a:pt x="4575908" y="1463755"/>
                </a:lnTo>
                <a:lnTo>
                  <a:pt x="4557876" y="1421687"/>
                </a:lnTo>
                <a:lnTo>
                  <a:pt x="4539064" y="1380041"/>
                </a:lnTo>
                <a:lnTo>
                  <a:pt x="4519480" y="1338824"/>
                </a:lnTo>
                <a:lnTo>
                  <a:pt x="4499134" y="1298047"/>
                </a:lnTo>
                <a:lnTo>
                  <a:pt x="4478036" y="1257719"/>
                </a:lnTo>
                <a:lnTo>
                  <a:pt x="4456193" y="1217849"/>
                </a:lnTo>
                <a:lnTo>
                  <a:pt x="4433617" y="1178447"/>
                </a:lnTo>
                <a:lnTo>
                  <a:pt x="4410314" y="1139520"/>
                </a:lnTo>
                <a:lnTo>
                  <a:pt x="4386296" y="1101079"/>
                </a:lnTo>
                <a:lnTo>
                  <a:pt x="4361571" y="1063133"/>
                </a:lnTo>
                <a:lnTo>
                  <a:pt x="4336149" y="1025692"/>
                </a:lnTo>
                <a:lnTo>
                  <a:pt x="4310038" y="988763"/>
                </a:lnTo>
                <a:lnTo>
                  <a:pt x="4283248" y="952357"/>
                </a:lnTo>
                <a:lnTo>
                  <a:pt x="4255787" y="916482"/>
                </a:lnTo>
                <a:lnTo>
                  <a:pt x="4227666" y="881149"/>
                </a:lnTo>
                <a:lnTo>
                  <a:pt x="4198894" y="846366"/>
                </a:lnTo>
                <a:lnTo>
                  <a:pt x="4169479" y="812142"/>
                </a:lnTo>
                <a:lnTo>
                  <a:pt x="4139431" y="778486"/>
                </a:lnTo>
                <a:lnTo>
                  <a:pt x="4108760" y="745409"/>
                </a:lnTo>
                <a:lnTo>
                  <a:pt x="4077473" y="712918"/>
                </a:lnTo>
                <a:lnTo>
                  <a:pt x="4045581" y="681024"/>
                </a:lnTo>
                <a:lnTo>
                  <a:pt x="4013093" y="649735"/>
                </a:lnTo>
                <a:lnTo>
                  <a:pt x="3980018" y="619061"/>
                </a:lnTo>
                <a:lnTo>
                  <a:pt x="3946365" y="589011"/>
                </a:lnTo>
                <a:lnTo>
                  <a:pt x="3912143" y="559594"/>
                </a:lnTo>
                <a:lnTo>
                  <a:pt x="3877362" y="530819"/>
                </a:lnTo>
                <a:lnTo>
                  <a:pt x="3842031" y="502696"/>
                </a:lnTo>
                <a:lnTo>
                  <a:pt x="3806159" y="475234"/>
                </a:lnTo>
                <a:lnTo>
                  <a:pt x="3769755" y="448441"/>
                </a:lnTo>
                <a:lnTo>
                  <a:pt x="3732829" y="422328"/>
                </a:lnTo>
                <a:lnTo>
                  <a:pt x="3695389" y="396903"/>
                </a:lnTo>
                <a:lnTo>
                  <a:pt x="3657445" y="372176"/>
                </a:lnTo>
                <a:lnTo>
                  <a:pt x="3619007" y="348156"/>
                </a:lnTo>
                <a:lnTo>
                  <a:pt x="3580082" y="324851"/>
                </a:lnTo>
                <a:lnTo>
                  <a:pt x="3540682" y="302272"/>
                </a:lnTo>
                <a:lnTo>
                  <a:pt x="3500814" y="280428"/>
                </a:lnTo>
                <a:lnTo>
                  <a:pt x="3460488" y="259327"/>
                </a:lnTo>
                <a:lnTo>
                  <a:pt x="3419713" y="238980"/>
                </a:lnTo>
                <a:lnTo>
                  <a:pt x="3378498" y="219394"/>
                </a:lnTo>
                <a:lnTo>
                  <a:pt x="3336854" y="200580"/>
                </a:lnTo>
                <a:lnTo>
                  <a:pt x="3294788" y="182547"/>
                </a:lnTo>
                <a:lnTo>
                  <a:pt x="3252310" y="165303"/>
                </a:lnTo>
                <a:lnTo>
                  <a:pt x="3209429" y="148858"/>
                </a:lnTo>
                <a:lnTo>
                  <a:pt x="3166155" y="133222"/>
                </a:lnTo>
                <a:lnTo>
                  <a:pt x="3122497" y="118403"/>
                </a:lnTo>
                <a:lnTo>
                  <a:pt x="3078463" y="104411"/>
                </a:lnTo>
                <a:lnTo>
                  <a:pt x="3034064" y="91254"/>
                </a:lnTo>
                <a:lnTo>
                  <a:pt x="2989308" y="78943"/>
                </a:lnTo>
                <a:lnTo>
                  <a:pt x="2944204" y="67486"/>
                </a:lnTo>
                <a:lnTo>
                  <a:pt x="2898763" y="56893"/>
                </a:lnTo>
                <a:lnTo>
                  <a:pt x="2852992" y="47173"/>
                </a:lnTo>
                <a:lnTo>
                  <a:pt x="2806902" y="38334"/>
                </a:lnTo>
                <a:lnTo>
                  <a:pt x="2760501" y="30387"/>
                </a:lnTo>
                <a:lnTo>
                  <a:pt x="2713798" y="23340"/>
                </a:lnTo>
                <a:lnTo>
                  <a:pt x="2666804" y="17203"/>
                </a:lnTo>
                <a:lnTo>
                  <a:pt x="2619526" y="11985"/>
                </a:lnTo>
                <a:lnTo>
                  <a:pt x="2571975" y="7695"/>
                </a:lnTo>
                <a:lnTo>
                  <a:pt x="2524159" y="4342"/>
                </a:lnTo>
                <a:lnTo>
                  <a:pt x="2476088" y="1936"/>
                </a:lnTo>
                <a:lnTo>
                  <a:pt x="2427771" y="485"/>
                </a:lnTo>
                <a:lnTo>
                  <a:pt x="2379218" y="0"/>
                </a:lnTo>
                <a:close/>
              </a:path>
            </a:pathLst>
          </a:custGeom>
          <a:solidFill>
            <a:srgbClr val="EAE3D2"/>
          </a:solidFill>
        </p:spPr>
        <p:txBody>
          <a:bodyPr wrap="square" lIns="0" tIns="0" rIns="0" bIns="0" rtlCol="0"/>
          <a:lstStyle/>
          <a:p>
            <a:endParaRPr/>
          </a:p>
        </p:txBody>
      </p:sp>
      <p:sp>
        <p:nvSpPr>
          <p:cNvPr id="6" name="object 6"/>
          <p:cNvSpPr/>
          <p:nvPr/>
        </p:nvSpPr>
        <p:spPr>
          <a:xfrm>
            <a:off x="1074661" y="7420482"/>
            <a:ext cx="448309" cy="447675"/>
          </a:xfrm>
          <a:custGeom>
            <a:avLst/>
            <a:gdLst/>
            <a:ahLst/>
            <a:cxnLst/>
            <a:rect l="l" t="t" r="r" b="b"/>
            <a:pathLst>
              <a:path w="448309" h="447675">
                <a:moveTo>
                  <a:pt x="223786" y="0"/>
                </a:moveTo>
                <a:lnTo>
                  <a:pt x="178692" y="4546"/>
                </a:lnTo>
                <a:lnTo>
                  <a:pt x="136688" y="17587"/>
                </a:lnTo>
                <a:lnTo>
                  <a:pt x="98675" y="38221"/>
                </a:lnTo>
                <a:lnTo>
                  <a:pt x="65554" y="65547"/>
                </a:lnTo>
                <a:lnTo>
                  <a:pt x="38225" y="98666"/>
                </a:lnTo>
                <a:lnTo>
                  <a:pt x="17589" y="136677"/>
                </a:lnTo>
                <a:lnTo>
                  <a:pt x="4547" y="178680"/>
                </a:lnTo>
                <a:lnTo>
                  <a:pt x="0" y="223774"/>
                </a:lnTo>
                <a:lnTo>
                  <a:pt x="4547" y="268909"/>
                </a:lnTo>
                <a:lnTo>
                  <a:pt x="17589" y="310943"/>
                </a:lnTo>
                <a:lnTo>
                  <a:pt x="38225" y="348977"/>
                </a:lnTo>
                <a:lnTo>
                  <a:pt x="65554" y="382111"/>
                </a:lnTo>
                <a:lnTo>
                  <a:pt x="98675" y="409447"/>
                </a:lnTo>
                <a:lnTo>
                  <a:pt x="136688" y="430085"/>
                </a:lnTo>
                <a:lnTo>
                  <a:pt x="178692" y="443127"/>
                </a:lnTo>
                <a:lnTo>
                  <a:pt x="223786" y="447675"/>
                </a:lnTo>
                <a:lnTo>
                  <a:pt x="268922" y="443127"/>
                </a:lnTo>
                <a:lnTo>
                  <a:pt x="310956" y="430085"/>
                </a:lnTo>
                <a:lnTo>
                  <a:pt x="348989" y="409447"/>
                </a:lnTo>
                <a:lnTo>
                  <a:pt x="382123" y="382111"/>
                </a:lnTo>
                <a:lnTo>
                  <a:pt x="409459" y="348977"/>
                </a:lnTo>
                <a:lnTo>
                  <a:pt x="430098" y="310943"/>
                </a:lnTo>
                <a:lnTo>
                  <a:pt x="443140" y="268909"/>
                </a:lnTo>
                <a:lnTo>
                  <a:pt x="447687" y="223774"/>
                </a:lnTo>
                <a:lnTo>
                  <a:pt x="443140" y="178680"/>
                </a:lnTo>
                <a:lnTo>
                  <a:pt x="430098" y="136677"/>
                </a:lnTo>
                <a:lnTo>
                  <a:pt x="409459" y="98666"/>
                </a:lnTo>
                <a:lnTo>
                  <a:pt x="382123" y="65547"/>
                </a:lnTo>
                <a:lnTo>
                  <a:pt x="348989" y="38221"/>
                </a:lnTo>
                <a:lnTo>
                  <a:pt x="310956" y="17587"/>
                </a:lnTo>
                <a:lnTo>
                  <a:pt x="268922" y="4546"/>
                </a:lnTo>
                <a:lnTo>
                  <a:pt x="223786" y="0"/>
                </a:lnTo>
                <a:close/>
              </a:path>
            </a:pathLst>
          </a:custGeom>
          <a:solidFill>
            <a:srgbClr val="17716C"/>
          </a:solidFill>
        </p:spPr>
        <p:txBody>
          <a:bodyPr wrap="square" lIns="0" tIns="0" rIns="0" bIns="0" rtlCol="0"/>
          <a:lstStyle/>
          <a:p>
            <a:endParaRPr/>
          </a:p>
        </p:txBody>
      </p:sp>
      <p:sp>
        <p:nvSpPr>
          <p:cNvPr id="7" name="object 7"/>
          <p:cNvSpPr/>
          <p:nvPr/>
        </p:nvSpPr>
        <p:spPr>
          <a:xfrm>
            <a:off x="1125373" y="658638"/>
            <a:ext cx="586105" cy="481330"/>
          </a:xfrm>
          <a:custGeom>
            <a:avLst/>
            <a:gdLst/>
            <a:ahLst/>
            <a:cxnLst/>
            <a:rect l="l" t="t" r="r" b="b"/>
            <a:pathLst>
              <a:path w="586105" h="481330">
                <a:moveTo>
                  <a:pt x="272243" y="262866"/>
                </a:moveTo>
                <a:lnTo>
                  <a:pt x="111593" y="414220"/>
                </a:lnTo>
                <a:lnTo>
                  <a:pt x="105031" y="430091"/>
                </a:lnTo>
                <a:lnTo>
                  <a:pt x="106671" y="438540"/>
                </a:lnTo>
                <a:lnTo>
                  <a:pt x="111593" y="445962"/>
                </a:lnTo>
                <a:lnTo>
                  <a:pt x="144183" y="478558"/>
                </a:lnTo>
                <a:lnTo>
                  <a:pt x="149933" y="480745"/>
                </a:lnTo>
                <a:lnTo>
                  <a:pt x="161424" y="480745"/>
                </a:lnTo>
                <a:lnTo>
                  <a:pt x="167174" y="478559"/>
                </a:lnTo>
                <a:lnTo>
                  <a:pt x="268397" y="377320"/>
                </a:lnTo>
                <a:lnTo>
                  <a:pt x="395997" y="377320"/>
                </a:lnTo>
                <a:lnTo>
                  <a:pt x="288107" y="269425"/>
                </a:lnTo>
                <a:lnTo>
                  <a:pt x="280690" y="264506"/>
                </a:lnTo>
                <a:lnTo>
                  <a:pt x="272243" y="262866"/>
                </a:lnTo>
                <a:close/>
              </a:path>
              <a:path w="586105" h="481330">
                <a:moveTo>
                  <a:pt x="395997" y="377320"/>
                </a:moveTo>
                <a:lnTo>
                  <a:pt x="276081" y="377320"/>
                </a:lnTo>
                <a:lnTo>
                  <a:pt x="361983" y="463228"/>
                </a:lnTo>
                <a:lnTo>
                  <a:pt x="369400" y="468149"/>
                </a:lnTo>
                <a:lnTo>
                  <a:pt x="377848" y="469789"/>
                </a:lnTo>
                <a:lnTo>
                  <a:pt x="386296" y="468149"/>
                </a:lnTo>
                <a:lnTo>
                  <a:pt x="393713" y="463228"/>
                </a:lnTo>
                <a:lnTo>
                  <a:pt x="426178" y="430762"/>
                </a:lnTo>
                <a:lnTo>
                  <a:pt x="428511" y="425124"/>
                </a:lnTo>
                <a:lnTo>
                  <a:pt x="428511" y="413136"/>
                </a:lnTo>
                <a:lnTo>
                  <a:pt x="426178" y="407503"/>
                </a:lnTo>
                <a:lnTo>
                  <a:pt x="395997" y="377320"/>
                </a:lnTo>
                <a:close/>
              </a:path>
              <a:path w="586105" h="481330">
                <a:moveTo>
                  <a:pt x="376691" y="158406"/>
                </a:moveTo>
                <a:lnTo>
                  <a:pt x="332601" y="193195"/>
                </a:lnTo>
                <a:lnTo>
                  <a:pt x="326039" y="209063"/>
                </a:lnTo>
                <a:lnTo>
                  <a:pt x="327679" y="217512"/>
                </a:lnTo>
                <a:lnTo>
                  <a:pt x="332601" y="224932"/>
                </a:lnTo>
                <a:lnTo>
                  <a:pt x="523458" y="415796"/>
                </a:lnTo>
                <a:lnTo>
                  <a:pt x="529194" y="417983"/>
                </a:lnTo>
                <a:lnTo>
                  <a:pt x="540665" y="417983"/>
                </a:lnTo>
                <a:lnTo>
                  <a:pt x="546449" y="415796"/>
                </a:lnTo>
                <a:lnTo>
                  <a:pt x="583293" y="378959"/>
                </a:lnTo>
                <a:lnTo>
                  <a:pt x="585596" y="373393"/>
                </a:lnTo>
                <a:lnTo>
                  <a:pt x="585626" y="361333"/>
                </a:lnTo>
                <a:lnTo>
                  <a:pt x="583293" y="355694"/>
                </a:lnTo>
                <a:lnTo>
                  <a:pt x="392557" y="164972"/>
                </a:lnTo>
                <a:lnTo>
                  <a:pt x="385138" y="160047"/>
                </a:lnTo>
                <a:lnTo>
                  <a:pt x="376691" y="158406"/>
                </a:lnTo>
                <a:close/>
              </a:path>
              <a:path w="586105" h="481330">
                <a:moveTo>
                  <a:pt x="325044" y="0"/>
                </a:moveTo>
                <a:lnTo>
                  <a:pt x="316595" y="1641"/>
                </a:lnTo>
                <a:lnTo>
                  <a:pt x="309177" y="6566"/>
                </a:lnTo>
                <a:lnTo>
                  <a:pt x="2332" y="313436"/>
                </a:lnTo>
                <a:lnTo>
                  <a:pt x="0" y="319065"/>
                </a:lnTo>
                <a:lnTo>
                  <a:pt x="0" y="331058"/>
                </a:lnTo>
                <a:lnTo>
                  <a:pt x="2332" y="336692"/>
                </a:lnTo>
                <a:lnTo>
                  <a:pt x="39031" y="373392"/>
                </a:lnTo>
                <a:lnTo>
                  <a:pt x="44666" y="375726"/>
                </a:lnTo>
                <a:lnTo>
                  <a:pt x="56653" y="375726"/>
                </a:lnTo>
                <a:lnTo>
                  <a:pt x="62287" y="373392"/>
                </a:lnTo>
                <a:lnTo>
                  <a:pt x="369128" y="66521"/>
                </a:lnTo>
                <a:lnTo>
                  <a:pt x="374052" y="59104"/>
                </a:lnTo>
                <a:lnTo>
                  <a:pt x="375694" y="50657"/>
                </a:lnTo>
                <a:lnTo>
                  <a:pt x="374052" y="42208"/>
                </a:lnTo>
                <a:lnTo>
                  <a:pt x="369128" y="34789"/>
                </a:lnTo>
                <a:lnTo>
                  <a:pt x="340917" y="6566"/>
                </a:lnTo>
                <a:lnTo>
                  <a:pt x="333494" y="1641"/>
                </a:lnTo>
                <a:lnTo>
                  <a:pt x="325044" y="0"/>
                </a:lnTo>
                <a:close/>
              </a:path>
            </a:pathLst>
          </a:custGeom>
          <a:solidFill>
            <a:srgbClr val="17716C"/>
          </a:solidFill>
        </p:spPr>
        <p:txBody>
          <a:bodyPr wrap="square" lIns="0" tIns="0" rIns="0" bIns="0" rtlCol="0"/>
          <a:lstStyle/>
          <a:p>
            <a:endParaRPr/>
          </a:p>
        </p:txBody>
      </p:sp>
      <p:grpSp>
        <p:nvGrpSpPr>
          <p:cNvPr id="8" name="object 8"/>
          <p:cNvGrpSpPr/>
          <p:nvPr/>
        </p:nvGrpSpPr>
        <p:grpSpPr>
          <a:xfrm>
            <a:off x="15972028" y="656081"/>
            <a:ext cx="1241425" cy="575945"/>
            <a:chOff x="15972028" y="656081"/>
            <a:chExt cx="1241425" cy="575945"/>
          </a:xfrm>
        </p:grpSpPr>
        <p:sp>
          <p:nvSpPr>
            <p:cNvPr id="9" name="object 9"/>
            <p:cNvSpPr/>
            <p:nvPr/>
          </p:nvSpPr>
          <p:spPr>
            <a:xfrm>
              <a:off x="15972028" y="656081"/>
              <a:ext cx="1241425" cy="575945"/>
            </a:xfrm>
            <a:custGeom>
              <a:avLst/>
              <a:gdLst/>
              <a:ahLst/>
              <a:cxnLst/>
              <a:rect l="l" t="t" r="r" b="b"/>
              <a:pathLst>
                <a:path w="1241425" h="575944">
                  <a:moveTo>
                    <a:pt x="953515" y="0"/>
                  </a:moveTo>
                  <a:lnTo>
                    <a:pt x="287781" y="0"/>
                  </a:lnTo>
                  <a:lnTo>
                    <a:pt x="241116" y="3764"/>
                  </a:lnTo>
                  <a:lnTo>
                    <a:pt x="196843" y="14664"/>
                  </a:lnTo>
                  <a:lnTo>
                    <a:pt x="155556" y="32109"/>
                  </a:lnTo>
                  <a:lnTo>
                    <a:pt x="117847" y="55506"/>
                  </a:lnTo>
                  <a:lnTo>
                    <a:pt x="84312" y="84264"/>
                  </a:lnTo>
                  <a:lnTo>
                    <a:pt x="55542" y="117793"/>
                  </a:lnTo>
                  <a:lnTo>
                    <a:pt x="32133" y="155500"/>
                  </a:lnTo>
                  <a:lnTo>
                    <a:pt x="14677" y="196795"/>
                  </a:lnTo>
                  <a:lnTo>
                    <a:pt x="3768" y="241086"/>
                  </a:lnTo>
                  <a:lnTo>
                    <a:pt x="0" y="287782"/>
                  </a:lnTo>
                  <a:lnTo>
                    <a:pt x="3768" y="334447"/>
                  </a:lnTo>
                  <a:lnTo>
                    <a:pt x="14677" y="378720"/>
                  </a:lnTo>
                  <a:lnTo>
                    <a:pt x="32133" y="420007"/>
                  </a:lnTo>
                  <a:lnTo>
                    <a:pt x="55542" y="457716"/>
                  </a:lnTo>
                  <a:lnTo>
                    <a:pt x="84312" y="491251"/>
                  </a:lnTo>
                  <a:lnTo>
                    <a:pt x="117847" y="520021"/>
                  </a:lnTo>
                  <a:lnTo>
                    <a:pt x="155556" y="543430"/>
                  </a:lnTo>
                  <a:lnTo>
                    <a:pt x="196843" y="560886"/>
                  </a:lnTo>
                  <a:lnTo>
                    <a:pt x="241116" y="571795"/>
                  </a:lnTo>
                  <a:lnTo>
                    <a:pt x="287781" y="575564"/>
                  </a:lnTo>
                  <a:lnTo>
                    <a:pt x="953515" y="575564"/>
                  </a:lnTo>
                  <a:lnTo>
                    <a:pt x="1000211" y="571795"/>
                  </a:lnTo>
                  <a:lnTo>
                    <a:pt x="1044502" y="560886"/>
                  </a:lnTo>
                  <a:lnTo>
                    <a:pt x="1085797" y="543430"/>
                  </a:lnTo>
                  <a:lnTo>
                    <a:pt x="1123504" y="520021"/>
                  </a:lnTo>
                  <a:lnTo>
                    <a:pt x="1157033" y="491251"/>
                  </a:lnTo>
                  <a:lnTo>
                    <a:pt x="1185791" y="457716"/>
                  </a:lnTo>
                  <a:lnTo>
                    <a:pt x="1209188" y="420007"/>
                  </a:lnTo>
                  <a:lnTo>
                    <a:pt x="1226633" y="378720"/>
                  </a:lnTo>
                  <a:lnTo>
                    <a:pt x="1237533" y="334447"/>
                  </a:lnTo>
                  <a:lnTo>
                    <a:pt x="1241298" y="287782"/>
                  </a:lnTo>
                  <a:lnTo>
                    <a:pt x="1237533" y="241086"/>
                  </a:lnTo>
                  <a:lnTo>
                    <a:pt x="1226633" y="196795"/>
                  </a:lnTo>
                  <a:lnTo>
                    <a:pt x="1209188" y="155500"/>
                  </a:lnTo>
                  <a:lnTo>
                    <a:pt x="1185791" y="117793"/>
                  </a:lnTo>
                  <a:lnTo>
                    <a:pt x="1157033" y="84264"/>
                  </a:lnTo>
                  <a:lnTo>
                    <a:pt x="1123504" y="55506"/>
                  </a:lnTo>
                  <a:lnTo>
                    <a:pt x="1085797" y="32109"/>
                  </a:lnTo>
                  <a:lnTo>
                    <a:pt x="1044502" y="14664"/>
                  </a:lnTo>
                  <a:lnTo>
                    <a:pt x="1000211" y="3764"/>
                  </a:lnTo>
                  <a:lnTo>
                    <a:pt x="953515" y="0"/>
                  </a:lnTo>
                  <a:close/>
                </a:path>
              </a:pathLst>
            </a:custGeom>
            <a:solidFill>
              <a:srgbClr val="17716C"/>
            </a:solidFill>
          </p:spPr>
          <p:txBody>
            <a:bodyPr wrap="square" lIns="0" tIns="0" rIns="0" bIns="0" rtlCol="0"/>
            <a:lstStyle/>
            <a:p>
              <a:endParaRPr/>
            </a:p>
          </p:txBody>
        </p:sp>
        <p:sp>
          <p:nvSpPr>
            <p:cNvPr id="10" name="object 10"/>
            <p:cNvSpPr/>
            <p:nvPr/>
          </p:nvSpPr>
          <p:spPr>
            <a:xfrm>
              <a:off x="16277913" y="798016"/>
              <a:ext cx="628650" cy="292735"/>
            </a:xfrm>
            <a:custGeom>
              <a:avLst/>
              <a:gdLst/>
              <a:ahLst/>
              <a:cxnLst/>
              <a:rect l="l" t="t" r="r" b="b"/>
              <a:pathLst>
                <a:path w="628650" h="292734">
                  <a:moveTo>
                    <a:pt x="481358" y="0"/>
                  </a:moveTo>
                  <a:lnTo>
                    <a:pt x="472966" y="1612"/>
                  </a:lnTo>
                  <a:lnTo>
                    <a:pt x="465615" y="6451"/>
                  </a:lnTo>
                  <a:lnTo>
                    <a:pt x="460765" y="13757"/>
                  </a:lnTo>
                  <a:lnTo>
                    <a:pt x="459149" y="22107"/>
                  </a:lnTo>
                  <a:lnTo>
                    <a:pt x="460765" y="30457"/>
                  </a:lnTo>
                  <a:lnTo>
                    <a:pt x="465615" y="37762"/>
                  </a:lnTo>
                  <a:lnTo>
                    <a:pt x="552222" y="123950"/>
                  </a:lnTo>
                  <a:lnTo>
                    <a:pt x="22277" y="123950"/>
                  </a:lnTo>
                  <a:lnTo>
                    <a:pt x="13627" y="125699"/>
                  </a:lnTo>
                  <a:lnTo>
                    <a:pt x="6544" y="130462"/>
                  </a:lnTo>
                  <a:lnTo>
                    <a:pt x="1757" y="137511"/>
                  </a:lnTo>
                  <a:lnTo>
                    <a:pt x="0" y="146120"/>
                  </a:lnTo>
                  <a:lnTo>
                    <a:pt x="1757" y="154728"/>
                  </a:lnTo>
                  <a:lnTo>
                    <a:pt x="6544" y="161777"/>
                  </a:lnTo>
                  <a:lnTo>
                    <a:pt x="13628" y="166540"/>
                  </a:lnTo>
                  <a:lnTo>
                    <a:pt x="22278" y="168289"/>
                  </a:lnTo>
                  <a:lnTo>
                    <a:pt x="551944" y="168290"/>
                  </a:lnTo>
                  <a:lnTo>
                    <a:pt x="460898" y="258911"/>
                  </a:lnTo>
                  <a:lnTo>
                    <a:pt x="458946" y="264454"/>
                  </a:lnTo>
                  <a:lnTo>
                    <a:pt x="458946" y="276094"/>
                  </a:lnTo>
                  <a:lnTo>
                    <a:pt x="461177" y="281636"/>
                  </a:lnTo>
                  <a:lnTo>
                    <a:pt x="465337" y="286070"/>
                  </a:lnTo>
                  <a:lnTo>
                    <a:pt x="472849" y="290743"/>
                  </a:lnTo>
                  <a:lnTo>
                    <a:pt x="481325" y="292271"/>
                  </a:lnTo>
                  <a:lnTo>
                    <a:pt x="489748" y="290630"/>
                  </a:lnTo>
                  <a:lnTo>
                    <a:pt x="497103" y="285793"/>
                  </a:lnTo>
                  <a:lnTo>
                    <a:pt x="621564" y="161917"/>
                  </a:lnTo>
                  <a:lnTo>
                    <a:pt x="626427" y="154608"/>
                  </a:lnTo>
                  <a:lnTo>
                    <a:pt x="628047" y="146259"/>
                  </a:lnTo>
                  <a:lnTo>
                    <a:pt x="626426" y="137910"/>
                  </a:lnTo>
                  <a:lnTo>
                    <a:pt x="621564" y="130601"/>
                  </a:lnTo>
                  <a:lnTo>
                    <a:pt x="497102" y="6451"/>
                  </a:lnTo>
                  <a:lnTo>
                    <a:pt x="489751" y="1612"/>
                  </a:lnTo>
                  <a:lnTo>
                    <a:pt x="481358" y="0"/>
                  </a:lnTo>
                  <a:close/>
                </a:path>
              </a:pathLst>
            </a:custGeom>
            <a:solidFill>
              <a:srgbClr val="FFFFFF"/>
            </a:solidFill>
          </p:spPr>
          <p:txBody>
            <a:bodyPr wrap="square" lIns="0" tIns="0" rIns="0" bIns="0" rtlCol="0"/>
            <a:lstStyle/>
            <a:p>
              <a:endParaRPr/>
            </a:p>
          </p:txBody>
        </p:sp>
      </p:grpSp>
      <p:pic>
        <p:nvPicPr>
          <p:cNvPr id="11" name="object 11"/>
          <p:cNvPicPr/>
          <p:nvPr/>
        </p:nvPicPr>
        <p:blipFill>
          <a:blip r:embed="rId2" cstate="print"/>
          <a:stretch>
            <a:fillRect/>
          </a:stretch>
        </p:blipFill>
        <p:spPr>
          <a:xfrm>
            <a:off x="10058781" y="4797297"/>
            <a:ext cx="7629652" cy="5246331"/>
          </a:xfrm>
          <a:prstGeom prst="rect">
            <a:avLst/>
          </a:prstGeom>
        </p:spPr>
      </p:pic>
      <p:sp>
        <p:nvSpPr>
          <p:cNvPr id="12" name="object 12"/>
          <p:cNvSpPr txBox="1"/>
          <p:nvPr/>
        </p:nvSpPr>
        <p:spPr>
          <a:xfrm>
            <a:off x="1016000" y="1611070"/>
            <a:ext cx="9423400" cy="3677673"/>
          </a:xfrm>
          <a:prstGeom prst="rect">
            <a:avLst/>
          </a:prstGeom>
        </p:spPr>
        <p:txBody>
          <a:bodyPr vert="horz" wrap="square" lIns="0" tIns="13335" rIns="0" bIns="0" rtlCol="0">
            <a:spAutoFit/>
          </a:bodyPr>
          <a:lstStyle/>
          <a:p>
            <a:pPr marL="12700" marR="5080">
              <a:lnSpc>
                <a:spcPct val="117000"/>
              </a:lnSpc>
              <a:spcBef>
                <a:spcPts val="105"/>
              </a:spcBef>
            </a:pPr>
            <a:r>
              <a:rPr lang="en-IN" sz="5200" b="1" spc="545" dirty="0">
                <a:solidFill>
                  <a:srgbClr val="17716C"/>
                </a:solidFill>
                <a:latin typeface="Trebuchet MS"/>
                <a:cs typeface="Trebuchet MS"/>
              </a:rPr>
              <a:t>SMART ELECTRIC VEHICLES (EV’s) BATTERY FIRES EXTINGUISHING SYSTEM</a:t>
            </a:r>
            <a:endParaRPr sz="5200" dirty="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211684" y="0"/>
            <a:ext cx="6076315" cy="10287000"/>
          </a:xfrm>
          <a:custGeom>
            <a:avLst/>
            <a:gdLst/>
            <a:ahLst/>
            <a:cxnLst/>
            <a:rect l="l" t="t" r="r" b="b"/>
            <a:pathLst>
              <a:path w="6076315" h="10287000">
                <a:moveTo>
                  <a:pt x="6076315" y="0"/>
                </a:moveTo>
                <a:lnTo>
                  <a:pt x="0" y="0"/>
                </a:lnTo>
                <a:lnTo>
                  <a:pt x="0" y="10287000"/>
                </a:lnTo>
                <a:lnTo>
                  <a:pt x="6076315" y="10287000"/>
                </a:lnTo>
                <a:lnTo>
                  <a:pt x="6076315" y="0"/>
                </a:lnTo>
                <a:close/>
              </a:path>
            </a:pathLst>
          </a:custGeom>
          <a:solidFill>
            <a:srgbClr val="F6F6F6"/>
          </a:solidFill>
        </p:spPr>
        <p:txBody>
          <a:bodyPr wrap="square" lIns="0" tIns="0" rIns="0" bIns="0" rtlCol="0"/>
          <a:lstStyle/>
          <a:p>
            <a:endParaRPr/>
          </a:p>
        </p:txBody>
      </p:sp>
      <p:sp>
        <p:nvSpPr>
          <p:cNvPr id="3" name="object 3"/>
          <p:cNvSpPr/>
          <p:nvPr/>
        </p:nvSpPr>
        <p:spPr>
          <a:xfrm>
            <a:off x="387388" y="1037208"/>
            <a:ext cx="878205" cy="877569"/>
          </a:xfrm>
          <a:custGeom>
            <a:avLst/>
            <a:gdLst/>
            <a:ahLst/>
            <a:cxnLst/>
            <a:rect l="l" t="t" r="r" b="b"/>
            <a:pathLst>
              <a:path w="878205" h="877569">
                <a:moveTo>
                  <a:pt x="438823" y="0"/>
                </a:moveTo>
                <a:lnTo>
                  <a:pt x="391008" y="2574"/>
                </a:lnTo>
                <a:lnTo>
                  <a:pt x="344685" y="10121"/>
                </a:lnTo>
                <a:lnTo>
                  <a:pt x="300121" y="22371"/>
                </a:lnTo>
                <a:lnTo>
                  <a:pt x="257584" y="39057"/>
                </a:lnTo>
                <a:lnTo>
                  <a:pt x="217341" y="59911"/>
                </a:lnTo>
                <a:lnTo>
                  <a:pt x="179660" y="84665"/>
                </a:lnTo>
                <a:lnTo>
                  <a:pt x="144809" y="113052"/>
                </a:lnTo>
                <a:lnTo>
                  <a:pt x="113055" y="144803"/>
                </a:lnTo>
                <a:lnTo>
                  <a:pt x="84667" y="179652"/>
                </a:lnTo>
                <a:lnTo>
                  <a:pt x="59912" y="217329"/>
                </a:lnTo>
                <a:lnTo>
                  <a:pt x="39057" y="257569"/>
                </a:lnTo>
                <a:lnTo>
                  <a:pt x="22371" y="300102"/>
                </a:lnTo>
                <a:lnTo>
                  <a:pt x="10121" y="344660"/>
                </a:lnTo>
                <a:lnTo>
                  <a:pt x="2574" y="390977"/>
                </a:lnTo>
                <a:lnTo>
                  <a:pt x="0" y="438785"/>
                </a:lnTo>
                <a:lnTo>
                  <a:pt x="2574" y="486592"/>
                </a:lnTo>
                <a:lnTo>
                  <a:pt x="10121" y="532909"/>
                </a:lnTo>
                <a:lnTo>
                  <a:pt x="22371" y="577467"/>
                </a:lnTo>
                <a:lnTo>
                  <a:pt x="39057" y="620000"/>
                </a:lnTo>
                <a:lnTo>
                  <a:pt x="59912" y="660240"/>
                </a:lnTo>
                <a:lnTo>
                  <a:pt x="84667" y="697917"/>
                </a:lnTo>
                <a:lnTo>
                  <a:pt x="113055" y="732766"/>
                </a:lnTo>
                <a:lnTo>
                  <a:pt x="144809" y="764517"/>
                </a:lnTo>
                <a:lnTo>
                  <a:pt x="179660" y="792904"/>
                </a:lnTo>
                <a:lnTo>
                  <a:pt x="217341" y="817658"/>
                </a:lnTo>
                <a:lnTo>
                  <a:pt x="257584" y="838512"/>
                </a:lnTo>
                <a:lnTo>
                  <a:pt x="300121" y="855198"/>
                </a:lnTo>
                <a:lnTo>
                  <a:pt x="344685" y="867448"/>
                </a:lnTo>
                <a:lnTo>
                  <a:pt x="391008" y="874995"/>
                </a:lnTo>
                <a:lnTo>
                  <a:pt x="438823" y="877570"/>
                </a:lnTo>
                <a:lnTo>
                  <a:pt x="486639" y="874995"/>
                </a:lnTo>
                <a:lnTo>
                  <a:pt x="532964" y="867448"/>
                </a:lnTo>
                <a:lnTo>
                  <a:pt x="577529" y="855198"/>
                </a:lnTo>
                <a:lnTo>
                  <a:pt x="620067" y="838512"/>
                </a:lnTo>
                <a:lnTo>
                  <a:pt x="660310" y="817658"/>
                </a:lnTo>
                <a:lnTo>
                  <a:pt x="697991" y="792904"/>
                </a:lnTo>
                <a:lnTo>
                  <a:pt x="732841" y="764517"/>
                </a:lnTo>
                <a:lnTo>
                  <a:pt x="764594" y="732766"/>
                </a:lnTo>
                <a:lnTo>
                  <a:pt x="792982" y="697917"/>
                </a:lnTo>
                <a:lnTo>
                  <a:pt x="817736" y="660240"/>
                </a:lnTo>
                <a:lnTo>
                  <a:pt x="838590" y="620000"/>
                </a:lnTo>
                <a:lnTo>
                  <a:pt x="855275" y="577467"/>
                </a:lnTo>
                <a:lnTo>
                  <a:pt x="867525" y="532909"/>
                </a:lnTo>
                <a:lnTo>
                  <a:pt x="875071" y="486592"/>
                </a:lnTo>
                <a:lnTo>
                  <a:pt x="877646" y="438785"/>
                </a:lnTo>
                <a:lnTo>
                  <a:pt x="875071" y="390977"/>
                </a:lnTo>
                <a:lnTo>
                  <a:pt x="867525" y="344660"/>
                </a:lnTo>
                <a:lnTo>
                  <a:pt x="855275" y="300102"/>
                </a:lnTo>
                <a:lnTo>
                  <a:pt x="838590" y="257569"/>
                </a:lnTo>
                <a:lnTo>
                  <a:pt x="817736" y="217329"/>
                </a:lnTo>
                <a:lnTo>
                  <a:pt x="792982" y="179652"/>
                </a:lnTo>
                <a:lnTo>
                  <a:pt x="764594" y="144803"/>
                </a:lnTo>
                <a:lnTo>
                  <a:pt x="732841" y="113052"/>
                </a:lnTo>
                <a:lnTo>
                  <a:pt x="697991" y="84665"/>
                </a:lnTo>
                <a:lnTo>
                  <a:pt x="660310" y="59911"/>
                </a:lnTo>
                <a:lnTo>
                  <a:pt x="620067" y="39057"/>
                </a:lnTo>
                <a:lnTo>
                  <a:pt x="577529" y="22371"/>
                </a:lnTo>
                <a:lnTo>
                  <a:pt x="532964" y="10121"/>
                </a:lnTo>
                <a:lnTo>
                  <a:pt x="486639" y="2574"/>
                </a:lnTo>
                <a:lnTo>
                  <a:pt x="438823" y="0"/>
                </a:lnTo>
                <a:close/>
              </a:path>
            </a:pathLst>
          </a:custGeom>
          <a:solidFill>
            <a:srgbClr val="EAE3D2"/>
          </a:solidFill>
        </p:spPr>
        <p:txBody>
          <a:bodyPr wrap="square" lIns="0" tIns="0" rIns="0" bIns="0" rtlCol="0"/>
          <a:lstStyle/>
          <a:p>
            <a:endParaRPr/>
          </a:p>
        </p:txBody>
      </p:sp>
      <p:sp>
        <p:nvSpPr>
          <p:cNvPr id="4" name="object 4"/>
          <p:cNvSpPr txBox="1"/>
          <p:nvPr/>
        </p:nvSpPr>
        <p:spPr>
          <a:xfrm>
            <a:off x="591413" y="1212850"/>
            <a:ext cx="469265" cy="482600"/>
          </a:xfrm>
          <a:prstGeom prst="rect">
            <a:avLst/>
          </a:prstGeom>
        </p:spPr>
        <p:txBody>
          <a:bodyPr vert="horz" wrap="square" lIns="0" tIns="12700" rIns="0" bIns="0" rtlCol="0">
            <a:spAutoFit/>
          </a:bodyPr>
          <a:lstStyle/>
          <a:p>
            <a:pPr marL="12700">
              <a:lnSpc>
                <a:spcPct val="100000"/>
              </a:lnSpc>
              <a:spcBef>
                <a:spcPts val="100"/>
              </a:spcBef>
            </a:pPr>
            <a:r>
              <a:rPr sz="3000" b="1" spc="-25" dirty="0">
                <a:solidFill>
                  <a:srgbClr val="17716C"/>
                </a:solidFill>
                <a:latin typeface="Trebuchet MS"/>
                <a:cs typeface="Trebuchet MS"/>
              </a:rPr>
              <a:t>01</a:t>
            </a:r>
            <a:endParaRPr sz="3000">
              <a:latin typeface="Trebuchet MS"/>
              <a:cs typeface="Trebuchet MS"/>
            </a:endParaRPr>
          </a:p>
        </p:txBody>
      </p:sp>
      <p:sp>
        <p:nvSpPr>
          <p:cNvPr id="5" name="object 5"/>
          <p:cNvSpPr/>
          <p:nvPr/>
        </p:nvSpPr>
        <p:spPr>
          <a:xfrm>
            <a:off x="387388" y="3379723"/>
            <a:ext cx="878205" cy="877569"/>
          </a:xfrm>
          <a:custGeom>
            <a:avLst/>
            <a:gdLst/>
            <a:ahLst/>
            <a:cxnLst/>
            <a:rect l="l" t="t" r="r" b="b"/>
            <a:pathLst>
              <a:path w="878205" h="877570">
                <a:moveTo>
                  <a:pt x="438823" y="0"/>
                </a:moveTo>
                <a:lnTo>
                  <a:pt x="391008" y="2574"/>
                </a:lnTo>
                <a:lnTo>
                  <a:pt x="344685" y="10121"/>
                </a:lnTo>
                <a:lnTo>
                  <a:pt x="300121" y="22371"/>
                </a:lnTo>
                <a:lnTo>
                  <a:pt x="257584" y="39057"/>
                </a:lnTo>
                <a:lnTo>
                  <a:pt x="217341" y="59911"/>
                </a:lnTo>
                <a:lnTo>
                  <a:pt x="179660" y="84665"/>
                </a:lnTo>
                <a:lnTo>
                  <a:pt x="144809" y="113052"/>
                </a:lnTo>
                <a:lnTo>
                  <a:pt x="113055" y="144803"/>
                </a:lnTo>
                <a:lnTo>
                  <a:pt x="84667" y="179652"/>
                </a:lnTo>
                <a:lnTo>
                  <a:pt x="59912" y="217329"/>
                </a:lnTo>
                <a:lnTo>
                  <a:pt x="39057" y="257569"/>
                </a:lnTo>
                <a:lnTo>
                  <a:pt x="22371" y="300102"/>
                </a:lnTo>
                <a:lnTo>
                  <a:pt x="10121" y="344660"/>
                </a:lnTo>
                <a:lnTo>
                  <a:pt x="2574" y="390977"/>
                </a:lnTo>
                <a:lnTo>
                  <a:pt x="0" y="438785"/>
                </a:lnTo>
                <a:lnTo>
                  <a:pt x="2574" y="486592"/>
                </a:lnTo>
                <a:lnTo>
                  <a:pt x="10121" y="532909"/>
                </a:lnTo>
                <a:lnTo>
                  <a:pt x="22371" y="577467"/>
                </a:lnTo>
                <a:lnTo>
                  <a:pt x="39057" y="620000"/>
                </a:lnTo>
                <a:lnTo>
                  <a:pt x="59912" y="660240"/>
                </a:lnTo>
                <a:lnTo>
                  <a:pt x="84667" y="697917"/>
                </a:lnTo>
                <a:lnTo>
                  <a:pt x="113055" y="732766"/>
                </a:lnTo>
                <a:lnTo>
                  <a:pt x="144809" y="764517"/>
                </a:lnTo>
                <a:lnTo>
                  <a:pt x="179660" y="792904"/>
                </a:lnTo>
                <a:lnTo>
                  <a:pt x="217341" y="817658"/>
                </a:lnTo>
                <a:lnTo>
                  <a:pt x="257584" y="838512"/>
                </a:lnTo>
                <a:lnTo>
                  <a:pt x="300121" y="855198"/>
                </a:lnTo>
                <a:lnTo>
                  <a:pt x="344685" y="867448"/>
                </a:lnTo>
                <a:lnTo>
                  <a:pt x="391008" y="874995"/>
                </a:lnTo>
                <a:lnTo>
                  <a:pt x="438823" y="877570"/>
                </a:lnTo>
                <a:lnTo>
                  <a:pt x="486639" y="874995"/>
                </a:lnTo>
                <a:lnTo>
                  <a:pt x="532964" y="867448"/>
                </a:lnTo>
                <a:lnTo>
                  <a:pt x="577529" y="855198"/>
                </a:lnTo>
                <a:lnTo>
                  <a:pt x="620067" y="838512"/>
                </a:lnTo>
                <a:lnTo>
                  <a:pt x="660310" y="817658"/>
                </a:lnTo>
                <a:lnTo>
                  <a:pt x="697991" y="792904"/>
                </a:lnTo>
                <a:lnTo>
                  <a:pt x="732841" y="764517"/>
                </a:lnTo>
                <a:lnTo>
                  <a:pt x="764594" y="732766"/>
                </a:lnTo>
                <a:lnTo>
                  <a:pt x="792982" y="697917"/>
                </a:lnTo>
                <a:lnTo>
                  <a:pt x="817736" y="660240"/>
                </a:lnTo>
                <a:lnTo>
                  <a:pt x="838590" y="620000"/>
                </a:lnTo>
                <a:lnTo>
                  <a:pt x="855275" y="577467"/>
                </a:lnTo>
                <a:lnTo>
                  <a:pt x="867525" y="532909"/>
                </a:lnTo>
                <a:lnTo>
                  <a:pt x="875071" y="486592"/>
                </a:lnTo>
                <a:lnTo>
                  <a:pt x="877646" y="438785"/>
                </a:lnTo>
                <a:lnTo>
                  <a:pt x="875071" y="390977"/>
                </a:lnTo>
                <a:lnTo>
                  <a:pt x="867525" y="344660"/>
                </a:lnTo>
                <a:lnTo>
                  <a:pt x="855275" y="300102"/>
                </a:lnTo>
                <a:lnTo>
                  <a:pt x="838590" y="257569"/>
                </a:lnTo>
                <a:lnTo>
                  <a:pt x="817736" y="217329"/>
                </a:lnTo>
                <a:lnTo>
                  <a:pt x="792982" y="179652"/>
                </a:lnTo>
                <a:lnTo>
                  <a:pt x="764594" y="144803"/>
                </a:lnTo>
                <a:lnTo>
                  <a:pt x="732841" y="113052"/>
                </a:lnTo>
                <a:lnTo>
                  <a:pt x="697991" y="84665"/>
                </a:lnTo>
                <a:lnTo>
                  <a:pt x="660310" y="59911"/>
                </a:lnTo>
                <a:lnTo>
                  <a:pt x="620067" y="39057"/>
                </a:lnTo>
                <a:lnTo>
                  <a:pt x="577529" y="22371"/>
                </a:lnTo>
                <a:lnTo>
                  <a:pt x="532964" y="10121"/>
                </a:lnTo>
                <a:lnTo>
                  <a:pt x="486639" y="2574"/>
                </a:lnTo>
                <a:lnTo>
                  <a:pt x="438823" y="0"/>
                </a:lnTo>
                <a:close/>
              </a:path>
            </a:pathLst>
          </a:custGeom>
          <a:solidFill>
            <a:srgbClr val="EAE3D2"/>
          </a:solidFill>
        </p:spPr>
        <p:txBody>
          <a:bodyPr wrap="square" lIns="0" tIns="0" rIns="0" bIns="0" rtlCol="0"/>
          <a:lstStyle/>
          <a:p>
            <a:endParaRPr/>
          </a:p>
        </p:txBody>
      </p:sp>
      <p:sp>
        <p:nvSpPr>
          <p:cNvPr id="6" name="object 6"/>
          <p:cNvSpPr txBox="1"/>
          <p:nvPr/>
        </p:nvSpPr>
        <p:spPr>
          <a:xfrm>
            <a:off x="561238" y="3555619"/>
            <a:ext cx="527685" cy="482600"/>
          </a:xfrm>
          <a:prstGeom prst="rect">
            <a:avLst/>
          </a:prstGeom>
        </p:spPr>
        <p:txBody>
          <a:bodyPr vert="horz" wrap="square" lIns="0" tIns="12700" rIns="0" bIns="0" rtlCol="0">
            <a:spAutoFit/>
          </a:bodyPr>
          <a:lstStyle/>
          <a:p>
            <a:pPr marL="12700">
              <a:lnSpc>
                <a:spcPct val="100000"/>
              </a:lnSpc>
              <a:spcBef>
                <a:spcPts val="100"/>
              </a:spcBef>
            </a:pPr>
            <a:r>
              <a:rPr sz="3000" b="1" spc="185" dirty="0">
                <a:solidFill>
                  <a:srgbClr val="17716C"/>
                </a:solidFill>
                <a:latin typeface="Trebuchet MS"/>
                <a:cs typeface="Trebuchet MS"/>
              </a:rPr>
              <a:t>02</a:t>
            </a:r>
            <a:endParaRPr sz="3000" dirty="0">
              <a:latin typeface="Trebuchet MS"/>
              <a:cs typeface="Trebuchet MS"/>
            </a:endParaRPr>
          </a:p>
        </p:txBody>
      </p:sp>
      <p:sp>
        <p:nvSpPr>
          <p:cNvPr id="7" name="object 7"/>
          <p:cNvSpPr/>
          <p:nvPr/>
        </p:nvSpPr>
        <p:spPr>
          <a:xfrm>
            <a:off x="387388" y="6211189"/>
            <a:ext cx="878205" cy="878205"/>
          </a:xfrm>
          <a:custGeom>
            <a:avLst/>
            <a:gdLst/>
            <a:ahLst/>
            <a:cxnLst/>
            <a:rect l="l" t="t" r="r" b="b"/>
            <a:pathLst>
              <a:path w="878205" h="878204">
                <a:moveTo>
                  <a:pt x="438823" y="0"/>
                </a:moveTo>
                <a:lnTo>
                  <a:pt x="391008" y="2574"/>
                </a:lnTo>
                <a:lnTo>
                  <a:pt x="344685" y="10121"/>
                </a:lnTo>
                <a:lnTo>
                  <a:pt x="300121" y="22371"/>
                </a:lnTo>
                <a:lnTo>
                  <a:pt x="257584" y="39057"/>
                </a:lnTo>
                <a:lnTo>
                  <a:pt x="217341" y="59911"/>
                </a:lnTo>
                <a:lnTo>
                  <a:pt x="179660" y="84665"/>
                </a:lnTo>
                <a:lnTo>
                  <a:pt x="144809" y="113052"/>
                </a:lnTo>
                <a:lnTo>
                  <a:pt x="113055" y="144803"/>
                </a:lnTo>
                <a:lnTo>
                  <a:pt x="84667" y="179652"/>
                </a:lnTo>
                <a:lnTo>
                  <a:pt x="59912" y="217329"/>
                </a:lnTo>
                <a:lnTo>
                  <a:pt x="39057" y="257569"/>
                </a:lnTo>
                <a:lnTo>
                  <a:pt x="22371" y="300102"/>
                </a:lnTo>
                <a:lnTo>
                  <a:pt x="10121" y="344660"/>
                </a:lnTo>
                <a:lnTo>
                  <a:pt x="2574" y="390977"/>
                </a:lnTo>
                <a:lnTo>
                  <a:pt x="0" y="438785"/>
                </a:lnTo>
                <a:lnTo>
                  <a:pt x="2574" y="486616"/>
                </a:lnTo>
                <a:lnTo>
                  <a:pt x="10121" y="532953"/>
                </a:lnTo>
                <a:lnTo>
                  <a:pt x="22371" y="577529"/>
                </a:lnTo>
                <a:lnTo>
                  <a:pt x="39057" y="620077"/>
                </a:lnTo>
                <a:lnTo>
                  <a:pt x="59912" y="660329"/>
                </a:lnTo>
                <a:lnTo>
                  <a:pt x="84667" y="698017"/>
                </a:lnTo>
                <a:lnTo>
                  <a:pt x="113055" y="732874"/>
                </a:lnTo>
                <a:lnTo>
                  <a:pt x="144809" y="764632"/>
                </a:lnTo>
                <a:lnTo>
                  <a:pt x="179660" y="793023"/>
                </a:lnTo>
                <a:lnTo>
                  <a:pt x="217341" y="817781"/>
                </a:lnTo>
                <a:lnTo>
                  <a:pt x="257584" y="838637"/>
                </a:lnTo>
                <a:lnTo>
                  <a:pt x="300121" y="855324"/>
                </a:lnTo>
                <a:lnTo>
                  <a:pt x="344685" y="867575"/>
                </a:lnTo>
                <a:lnTo>
                  <a:pt x="391008" y="875122"/>
                </a:lnTo>
                <a:lnTo>
                  <a:pt x="438823" y="877697"/>
                </a:lnTo>
                <a:lnTo>
                  <a:pt x="486639" y="875122"/>
                </a:lnTo>
                <a:lnTo>
                  <a:pt x="532964" y="867575"/>
                </a:lnTo>
                <a:lnTo>
                  <a:pt x="577529" y="855324"/>
                </a:lnTo>
                <a:lnTo>
                  <a:pt x="620067" y="838637"/>
                </a:lnTo>
                <a:lnTo>
                  <a:pt x="660310" y="817781"/>
                </a:lnTo>
                <a:lnTo>
                  <a:pt x="697991" y="793023"/>
                </a:lnTo>
                <a:lnTo>
                  <a:pt x="732841" y="764632"/>
                </a:lnTo>
                <a:lnTo>
                  <a:pt x="764594" y="732874"/>
                </a:lnTo>
                <a:lnTo>
                  <a:pt x="792982" y="698017"/>
                </a:lnTo>
                <a:lnTo>
                  <a:pt x="817736" y="660329"/>
                </a:lnTo>
                <a:lnTo>
                  <a:pt x="838590" y="620077"/>
                </a:lnTo>
                <a:lnTo>
                  <a:pt x="855275" y="577529"/>
                </a:lnTo>
                <a:lnTo>
                  <a:pt x="867525" y="532953"/>
                </a:lnTo>
                <a:lnTo>
                  <a:pt x="875071" y="486616"/>
                </a:lnTo>
                <a:lnTo>
                  <a:pt x="877646" y="438785"/>
                </a:lnTo>
                <a:lnTo>
                  <a:pt x="875071" y="390977"/>
                </a:lnTo>
                <a:lnTo>
                  <a:pt x="867525" y="344660"/>
                </a:lnTo>
                <a:lnTo>
                  <a:pt x="855275" y="300102"/>
                </a:lnTo>
                <a:lnTo>
                  <a:pt x="838590" y="257569"/>
                </a:lnTo>
                <a:lnTo>
                  <a:pt x="817736" y="217329"/>
                </a:lnTo>
                <a:lnTo>
                  <a:pt x="792982" y="179652"/>
                </a:lnTo>
                <a:lnTo>
                  <a:pt x="764594" y="144803"/>
                </a:lnTo>
                <a:lnTo>
                  <a:pt x="732841" y="113052"/>
                </a:lnTo>
                <a:lnTo>
                  <a:pt x="697991" y="84665"/>
                </a:lnTo>
                <a:lnTo>
                  <a:pt x="660310" y="59911"/>
                </a:lnTo>
                <a:lnTo>
                  <a:pt x="620067" y="39057"/>
                </a:lnTo>
                <a:lnTo>
                  <a:pt x="577529" y="22371"/>
                </a:lnTo>
                <a:lnTo>
                  <a:pt x="532964" y="10121"/>
                </a:lnTo>
                <a:lnTo>
                  <a:pt x="486639" y="2574"/>
                </a:lnTo>
                <a:lnTo>
                  <a:pt x="438823" y="0"/>
                </a:lnTo>
                <a:close/>
              </a:path>
            </a:pathLst>
          </a:custGeom>
          <a:solidFill>
            <a:srgbClr val="EAE3D2"/>
          </a:solidFill>
        </p:spPr>
        <p:txBody>
          <a:bodyPr wrap="square" lIns="0" tIns="0" rIns="0" bIns="0" rtlCol="0"/>
          <a:lstStyle/>
          <a:p>
            <a:endParaRPr/>
          </a:p>
        </p:txBody>
      </p:sp>
      <p:sp>
        <p:nvSpPr>
          <p:cNvPr id="8" name="object 8"/>
          <p:cNvSpPr txBox="1"/>
          <p:nvPr/>
        </p:nvSpPr>
        <p:spPr>
          <a:xfrm>
            <a:off x="556361" y="6387465"/>
            <a:ext cx="539750" cy="482600"/>
          </a:xfrm>
          <a:prstGeom prst="rect">
            <a:avLst/>
          </a:prstGeom>
        </p:spPr>
        <p:txBody>
          <a:bodyPr vert="horz" wrap="square" lIns="0" tIns="12700" rIns="0" bIns="0" rtlCol="0">
            <a:spAutoFit/>
          </a:bodyPr>
          <a:lstStyle/>
          <a:p>
            <a:pPr marL="12700">
              <a:lnSpc>
                <a:spcPct val="100000"/>
              </a:lnSpc>
              <a:spcBef>
                <a:spcPts val="100"/>
              </a:spcBef>
            </a:pPr>
            <a:r>
              <a:rPr sz="3000" b="1" spc="220" dirty="0">
                <a:solidFill>
                  <a:srgbClr val="17716C"/>
                </a:solidFill>
                <a:latin typeface="Trebuchet MS"/>
                <a:cs typeface="Trebuchet MS"/>
              </a:rPr>
              <a:t>03</a:t>
            </a:r>
            <a:endParaRPr sz="3000">
              <a:latin typeface="Trebuchet MS"/>
              <a:cs typeface="Trebuchet MS"/>
            </a:endParaRPr>
          </a:p>
        </p:txBody>
      </p:sp>
      <p:sp>
        <p:nvSpPr>
          <p:cNvPr id="9" name="object 9"/>
          <p:cNvSpPr/>
          <p:nvPr/>
        </p:nvSpPr>
        <p:spPr>
          <a:xfrm>
            <a:off x="17400905" y="0"/>
            <a:ext cx="863600" cy="1915160"/>
          </a:xfrm>
          <a:custGeom>
            <a:avLst/>
            <a:gdLst/>
            <a:ahLst/>
            <a:cxnLst/>
            <a:rect l="l" t="t" r="r" b="b"/>
            <a:pathLst>
              <a:path w="863600" h="1915160">
                <a:moveTo>
                  <a:pt x="863409" y="0"/>
                </a:moveTo>
                <a:lnTo>
                  <a:pt x="0" y="0"/>
                </a:lnTo>
                <a:lnTo>
                  <a:pt x="0" y="1914778"/>
                </a:lnTo>
                <a:lnTo>
                  <a:pt x="863409" y="1914778"/>
                </a:lnTo>
                <a:lnTo>
                  <a:pt x="863409" y="0"/>
                </a:lnTo>
                <a:close/>
              </a:path>
            </a:pathLst>
          </a:custGeom>
          <a:solidFill>
            <a:srgbClr val="17716C"/>
          </a:solidFill>
        </p:spPr>
        <p:txBody>
          <a:bodyPr wrap="square" lIns="0" tIns="0" rIns="0" bIns="0" rtlCol="0"/>
          <a:lstStyle/>
          <a:p>
            <a:endParaRPr/>
          </a:p>
        </p:txBody>
      </p:sp>
      <p:grpSp>
        <p:nvGrpSpPr>
          <p:cNvPr id="10" name="object 10"/>
          <p:cNvGrpSpPr/>
          <p:nvPr/>
        </p:nvGrpSpPr>
        <p:grpSpPr>
          <a:xfrm>
            <a:off x="-476250" y="7560564"/>
            <a:ext cx="18740755" cy="3202940"/>
            <a:chOff x="-476250" y="7560564"/>
            <a:chExt cx="18740755" cy="3202940"/>
          </a:xfrm>
        </p:grpSpPr>
        <p:sp>
          <p:nvSpPr>
            <p:cNvPr id="11" name="object 11"/>
            <p:cNvSpPr/>
            <p:nvPr/>
          </p:nvSpPr>
          <p:spPr>
            <a:xfrm>
              <a:off x="0" y="8036814"/>
              <a:ext cx="2741930" cy="2250440"/>
            </a:xfrm>
            <a:custGeom>
              <a:avLst/>
              <a:gdLst/>
              <a:ahLst/>
              <a:cxnLst/>
              <a:rect l="l" t="t" r="r" b="b"/>
              <a:pathLst>
                <a:path w="2741930" h="2250440">
                  <a:moveTo>
                    <a:pt x="2709524" y="2250186"/>
                  </a:moveTo>
                  <a:lnTo>
                    <a:pt x="2720298" y="2186793"/>
                  </a:lnTo>
                  <a:lnTo>
                    <a:pt x="2726732" y="2140091"/>
                  </a:lnTo>
                  <a:lnTo>
                    <a:pt x="2732028" y="2093034"/>
                  </a:lnTo>
                  <a:lnTo>
                    <a:pt x="2736172" y="2045639"/>
                  </a:lnTo>
                  <a:lnTo>
                    <a:pt x="2739149" y="1997918"/>
                  </a:lnTo>
                  <a:lnTo>
                    <a:pt x="2740946" y="1949886"/>
                  </a:lnTo>
                  <a:lnTo>
                    <a:pt x="2741549" y="1901558"/>
                  </a:lnTo>
                  <a:lnTo>
                    <a:pt x="2740946" y="1853227"/>
                  </a:lnTo>
                  <a:lnTo>
                    <a:pt x="2739149" y="1805193"/>
                  </a:lnTo>
                  <a:lnTo>
                    <a:pt x="2736172" y="1757471"/>
                  </a:lnTo>
                  <a:lnTo>
                    <a:pt x="2732028" y="1710073"/>
                  </a:lnTo>
                  <a:lnTo>
                    <a:pt x="2726732" y="1663015"/>
                  </a:lnTo>
                  <a:lnTo>
                    <a:pt x="2720298" y="1616312"/>
                  </a:lnTo>
                  <a:lnTo>
                    <a:pt x="2712741" y="1569976"/>
                  </a:lnTo>
                  <a:lnTo>
                    <a:pt x="2704074" y="1524022"/>
                  </a:lnTo>
                  <a:lnTo>
                    <a:pt x="2694312" y="1478466"/>
                  </a:lnTo>
                  <a:lnTo>
                    <a:pt x="2683470" y="1433320"/>
                  </a:lnTo>
                  <a:lnTo>
                    <a:pt x="2671561" y="1388599"/>
                  </a:lnTo>
                  <a:lnTo>
                    <a:pt x="2658600" y="1344317"/>
                  </a:lnTo>
                  <a:lnTo>
                    <a:pt x="2644600" y="1300489"/>
                  </a:lnTo>
                  <a:lnTo>
                    <a:pt x="2629577" y="1257129"/>
                  </a:lnTo>
                  <a:lnTo>
                    <a:pt x="2613545" y="1214251"/>
                  </a:lnTo>
                  <a:lnTo>
                    <a:pt x="2596517" y="1171870"/>
                  </a:lnTo>
                  <a:lnTo>
                    <a:pt x="2578509" y="1129999"/>
                  </a:lnTo>
                  <a:lnTo>
                    <a:pt x="2559533" y="1088653"/>
                  </a:lnTo>
                  <a:lnTo>
                    <a:pt x="2539606" y="1047846"/>
                  </a:lnTo>
                  <a:lnTo>
                    <a:pt x="2518740" y="1007592"/>
                  </a:lnTo>
                  <a:lnTo>
                    <a:pt x="2496950" y="967906"/>
                  </a:lnTo>
                  <a:lnTo>
                    <a:pt x="2474250" y="928802"/>
                  </a:lnTo>
                  <a:lnTo>
                    <a:pt x="2450655" y="890294"/>
                  </a:lnTo>
                  <a:lnTo>
                    <a:pt x="2426179" y="852397"/>
                  </a:lnTo>
                  <a:lnTo>
                    <a:pt x="2400836" y="815124"/>
                  </a:lnTo>
                  <a:lnTo>
                    <a:pt x="2374640" y="778489"/>
                  </a:lnTo>
                  <a:lnTo>
                    <a:pt x="2347606" y="742509"/>
                  </a:lnTo>
                  <a:lnTo>
                    <a:pt x="2319748" y="707195"/>
                  </a:lnTo>
                  <a:lnTo>
                    <a:pt x="2291080" y="672563"/>
                  </a:lnTo>
                  <a:lnTo>
                    <a:pt x="2261616" y="638627"/>
                  </a:lnTo>
                  <a:lnTo>
                    <a:pt x="2231371" y="605401"/>
                  </a:lnTo>
                  <a:lnTo>
                    <a:pt x="2200359" y="572899"/>
                  </a:lnTo>
                  <a:lnTo>
                    <a:pt x="2168594" y="541136"/>
                  </a:lnTo>
                  <a:lnTo>
                    <a:pt x="2136090" y="510126"/>
                  </a:lnTo>
                  <a:lnTo>
                    <a:pt x="2102862" y="479883"/>
                  </a:lnTo>
                  <a:lnTo>
                    <a:pt x="2068924" y="450422"/>
                  </a:lnTo>
                  <a:lnTo>
                    <a:pt x="2034291" y="421756"/>
                  </a:lnTo>
                  <a:lnTo>
                    <a:pt x="1998975" y="393900"/>
                  </a:lnTo>
                  <a:lnTo>
                    <a:pt x="1962993" y="366868"/>
                  </a:lnTo>
                  <a:lnTo>
                    <a:pt x="1926357" y="340675"/>
                  </a:lnTo>
                  <a:lnTo>
                    <a:pt x="1889083" y="315334"/>
                  </a:lnTo>
                  <a:lnTo>
                    <a:pt x="1851184" y="290860"/>
                  </a:lnTo>
                  <a:lnTo>
                    <a:pt x="1812675" y="267267"/>
                  </a:lnTo>
                  <a:lnTo>
                    <a:pt x="1773570" y="244570"/>
                  </a:lnTo>
                  <a:lnTo>
                    <a:pt x="1733883" y="222782"/>
                  </a:lnTo>
                  <a:lnTo>
                    <a:pt x="1693628" y="201918"/>
                  </a:lnTo>
                  <a:lnTo>
                    <a:pt x="1652821" y="181992"/>
                  </a:lnTo>
                  <a:lnTo>
                    <a:pt x="1611474" y="163019"/>
                  </a:lnTo>
                  <a:lnTo>
                    <a:pt x="1569603" y="145012"/>
                  </a:lnTo>
                  <a:lnTo>
                    <a:pt x="1527222" y="127987"/>
                  </a:lnTo>
                  <a:lnTo>
                    <a:pt x="1484344" y="111956"/>
                  </a:lnTo>
                  <a:lnTo>
                    <a:pt x="1440984" y="96935"/>
                  </a:lnTo>
                  <a:lnTo>
                    <a:pt x="1397157" y="82937"/>
                  </a:lnTo>
                  <a:lnTo>
                    <a:pt x="1352876" y="69978"/>
                  </a:lnTo>
                  <a:lnTo>
                    <a:pt x="1308156" y="58070"/>
                  </a:lnTo>
                  <a:lnTo>
                    <a:pt x="1263011" y="47229"/>
                  </a:lnTo>
                  <a:lnTo>
                    <a:pt x="1217455" y="37469"/>
                  </a:lnTo>
                  <a:lnTo>
                    <a:pt x="1171503" y="28803"/>
                  </a:lnTo>
                  <a:lnTo>
                    <a:pt x="1125169" y="21247"/>
                  </a:lnTo>
                  <a:lnTo>
                    <a:pt x="1078468" y="14814"/>
                  </a:lnTo>
                  <a:lnTo>
                    <a:pt x="1031412" y="9519"/>
                  </a:lnTo>
                  <a:lnTo>
                    <a:pt x="984017" y="5376"/>
                  </a:lnTo>
                  <a:lnTo>
                    <a:pt x="936297" y="2398"/>
                  </a:lnTo>
                  <a:lnTo>
                    <a:pt x="888267" y="602"/>
                  </a:lnTo>
                  <a:lnTo>
                    <a:pt x="839939" y="0"/>
                  </a:lnTo>
                  <a:lnTo>
                    <a:pt x="791612" y="602"/>
                  </a:lnTo>
                  <a:lnTo>
                    <a:pt x="743580" y="2398"/>
                  </a:lnTo>
                  <a:lnTo>
                    <a:pt x="695860" y="5376"/>
                  </a:lnTo>
                  <a:lnTo>
                    <a:pt x="648465" y="9519"/>
                  </a:lnTo>
                  <a:lnTo>
                    <a:pt x="601409" y="14814"/>
                  </a:lnTo>
                  <a:lnTo>
                    <a:pt x="554707" y="21247"/>
                  </a:lnTo>
                  <a:lnTo>
                    <a:pt x="508373" y="28803"/>
                  </a:lnTo>
                  <a:lnTo>
                    <a:pt x="462421" y="37469"/>
                  </a:lnTo>
                  <a:lnTo>
                    <a:pt x="416865" y="47229"/>
                  </a:lnTo>
                  <a:lnTo>
                    <a:pt x="371720" y="58070"/>
                  </a:lnTo>
                  <a:lnTo>
                    <a:pt x="327001" y="69978"/>
                  </a:lnTo>
                  <a:lnTo>
                    <a:pt x="282720" y="82937"/>
                  </a:lnTo>
                  <a:lnTo>
                    <a:pt x="238893" y="96935"/>
                  </a:lnTo>
                  <a:lnTo>
                    <a:pt x="195533" y="111956"/>
                  </a:lnTo>
                  <a:lnTo>
                    <a:pt x="152655" y="127987"/>
                  </a:lnTo>
                  <a:lnTo>
                    <a:pt x="110274" y="145012"/>
                  </a:lnTo>
                  <a:lnTo>
                    <a:pt x="68403" y="163019"/>
                  </a:lnTo>
                  <a:lnTo>
                    <a:pt x="27057" y="181992"/>
                  </a:lnTo>
                  <a:lnTo>
                    <a:pt x="0" y="195204"/>
                  </a:lnTo>
                </a:path>
              </a:pathLst>
            </a:custGeom>
            <a:ln w="952500">
              <a:solidFill>
                <a:srgbClr val="F6F6F6"/>
              </a:solidFill>
            </a:ln>
          </p:spPr>
          <p:txBody>
            <a:bodyPr wrap="square" lIns="0" tIns="0" rIns="0" bIns="0" rtlCol="0"/>
            <a:lstStyle/>
            <a:p>
              <a:endParaRPr/>
            </a:p>
          </p:txBody>
        </p:sp>
        <p:sp>
          <p:nvSpPr>
            <p:cNvPr id="12" name="object 12"/>
            <p:cNvSpPr/>
            <p:nvPr/>
          </p:nvSpPr>
          <p:spPr>
            <a:xfrm>
              <a:off x="0" y="10094695"/>
              <a:ext cx="18264505" cy="192405"/>
            </a:xfrm>
            <a:custGeom>
              <a:avLst/>
              <a:gdLst/>
              <a:ahLst/>
              <a:cxnLst/>
              <a:rect l="l" t="t" r="r" b="b"/>
              <a:pathLst>
                <a:path w="18264505" h="192404">
                  <a:moveTo>
                    <a:pt x="18264251" y="0"/>
                  </a:moveTo>
                  <a:lnTo>
                    <a:pt x="0" y="0"/>
                  </a:lnTo>
                  <a:lnTo>
                    <a:pt x="0" y="192303"/>
                  </a:lnTo>
                  <a:lnTo>
                    <a:pt x="18264251" y="192303"/>
                  </a:lnTo>
                  <a:lnTo>
                    <a:pt x="18264251" y="0"/>
                  </a:lnTo>
                  <a:close/>
                </a:path>
              </a:pathLst>
            </a:custGeom>
            <a:solidFill>
              <a:srgbClr val="17716C"/>
            </a:solidFill>
          </p:spPr>
          <p:txBody>
            <a:bodyPr wrap="square" lIns="0" tIns="0" rIns="0" bIns="0" rtlCol="0"/>
            <a:lstStyle/>
            <a:p>
              <a:endParaRPr/>
            </a:p>
          </p:txBody>
        </p:sp>
        <p:sp>
          <p:nvSpPr>
            <p:cNvPr id="13" name="object 13"/>
            <p:cNvSpPr/>
            <p:nvPr/>
          </p:nvSpPr>
          <p:spPr>
            <a:xfrm>
              <a:off x="387388" y="8036814"/>
              <a:ext cx="878205" cy="877569"/>
            </a:xfrm>
            <a:custGeom>
              <a:avLst/>
              <a:gdLst/>
              <a:ahLst/>
              <a:cxnLst/>
              <a:rect l="l" t="t" r="r" b="b"/>
              <a:pathLst>
                <a:path w="878205" h="877570">
                  <a:moveTo>
                    <a:pt x="438823" y="0"/>
                  </a:moveTo>
                  <a:lnTo>
                    <a:pt x="391008" y="2574"/>
                  </a:lnTo>
                  <a:lnTo>
                    <a:pt x="344685" y="10121"/>
                  </a:lnTo>
                  <a:lnTo>
                    <a:pt x="300121" y="22371"/>
                  </a:lnTo>
                  <a:lnTo>
                    <a:pt x="257584" y="39057"/>
                  </a:lnTo>
                  <a:lnTo>
                    <a:pt x="217341" y="59911"/>
                  </a:lnTo>
                  <a:lnTo>
                    <a:pt x="179660" y="84665"/>
                  </a:lnTo>
                  <a:lnTo>
                    <a:pt x="144809" y="113052"/>
                  </a:lnTo>
                  <a:lnTo>
                    <a:pt x="113055" y="144803"/>
                  </a:lnTo>
                  <a:lnTo>
                    <a:pt x="84667" y="179652"/>
                  </a:lnTo>
                  <a:lnTo>
                    <a:pt x="59912" y="217329"/>
                  </a:lnTo>
                  <a:lnTo>
                    <a:pt x="39057" y="257569"/>
                  </a:lnTo>
                  <a:lnTo>
                    <a:pt x="22371" y="300102"/>
                  </a:lnTo>
                  <a:lnTo>
                    <a:pt x="10121" y="344660"/>
                  </a:lnTo>
                  <a:lnTo>
                    <a:pt x="2574" y="390977"/>
                  </a:lnTo>
                  <a:lnTo>
                    <a:pt x="0" y="438785"/>
                  </a:lnTo>
                  <a:lnTo>
                    <a:pt x="2574" y="486592"/>
                  </a:lnTo>
                  <a:lnTo>
                    <a:pt x="10121" y="532909"/>
                  </a:lnTo>
                  <a:lnTo>
                    <a:pt x="22371" y="577467"/>
                  </a:lnTo>
                  <a:lnTo>
                    <a:pt x="39057" y="620000"/>
                  </a:lnTo>
                  <a:lnTo>
                    <a:pt x="59912" y="660240"/>
                  </a:lnTo>
                  <a:lnTo>
                    <a:pt x="84667" y="697917"/>
                  </a:lnTo>
                  <a:lnTo>
                    <a:pt x="113055" y="732766"/>
                  </a:lnTo>
                  <a:lnTo>
                    <a:pt x="144809" y="764517"/>
                  </a:lnTo>
                  <a:lnTo>
                    <a:pt x="179660" y="792904"/>
                  </a:lnTo>
                  <a:lnTo>
                    <a:pt x="217341" y="817658"/>
                  </a:lnTo>
                  <a:lnTo>
                    <a:pt x="257584" y="838512"/>
                  </a:lnTo>
                  <a:lnTo>
                    <a:pt x="300121" y="855198"/>
                  </a:lnTo>
                  <a:lnTo>
                    <a:pt x="344685" y="867448"/>
                  </a:lnTo>
                  <a:lnTo>
                    <a:pt x="391008" y="874995"/>
                  </a:lnTo>
                  <a:lnTo>
                    <a:pt x="438823" y="877570"/>
                  </a:lnTo>
                  <a:lnTo>
                    <a:pt x="486639" y="874995"/>
                  </a:lnTo>
                  <a:lnTo>
                    <a:pt x="532964" y="867448"/>
                  </a:lnTo>
                  <a:lnTo>
                    <a:pt x="577529" y="855198"/>
                  </a:lnTo>
                  <a:lnTo>
                    <a:pt x="620067" y="838512"/>
                  </a:lnTo>
                  <a:lnTo>
                    <a:pt x="660310" y="817658"/>
                  </a:lnTo>
                  <a:lnTo>
                    <a:pt x="697991" y="792904"/>
                  </a:lnTo>
                  <a:lnTo>
                    <a:pt x="732841" y="764517"/>
                  </a:lnTo>
                  <a:lnTo>
                    <a:pt x="764594" y="732766"/>
                  </a:lnTo>
                  <a:lnTo>
                    <a:pt x="792982" y="697917"/>
                  </a:lnTo>
                  <a:lnTo>
                    <a:pt x="817736" y="660240"/>
                  </a:lnTo>
                  <a:lnTo>
                    <a:pt x="838590" y="620000"/>
                  </a:lnTo>
                  <a:lnTo>
                    <a:pt x="855275" y="577467"/>
                  </a:lnTo>
                  <a:lnTo>
                    <a:pt x="867525" y="532909"/>
                  </a:lnTo>
                  <a:lnTo>
                    <a:pt x="875071" y="486592"/>
                  </a:lnTo>
                  <a:lnTo>
                    <a:pt x="877646" y="438785"/>
                  </a:lnTo>
                  <a:lnTo>
                    <a:pt x="875071" y="390977"/>
                  </a:lnTo>
                  <a:lnTo>
                    <a:pt x="867525" y="344660"/>
                  </a:lnTo>
                  <a:lnTo>
                    <a:pt x="855275" y="300102"/>
                  </a:lnTo>
                  <a:lnTo>
                    <a:pt x="838590" y="257569"/>
                  </a:lnTo>
                  <a:lnTo>
                    <a:pt x="817736" y="217329"/>
                  </a:lnTo>
                  <a:lnTo>
                    <a:pt x="792982" y="179652"/>
                  </a:lnTo>
                  <a:lnTo>
                    <a:pt x="764594" y="144803"/>
                  </a:lnTo>
                  <a:lnTo>
                    <a:pt x="732841" y="113052"/>
                  </a:lnTo>
                  <a:lnTo>
                    <a:pt x="697991" y="84665"/>
                  </a:lnTo>
                  <a:lnTo>
                    <a:pt x="660310" y="59911"/>
                  </a:lnTo>
                  <a:lnTo>
                    <a:pt x="620067" y="39057"/>
                  </a:lnTo>
                  <a:lnTo>
                    <a:pt x="577529" y="22371"/>
                  </a:lnTo>
                  <a:lnTo>
                    <a:pt x="532964" y="10121"/>
                  </a:lnTo>
                  <a:lnTo>
                    <a:pt x="486639" y="2574"/>
                  </a:lnTo>
                  <a:lnTo>
                    <a:pt x="438823" y="0"/>
                  </a:lnTo>
                  <a:close/>
                </a:path>
              </a:pathLst>
            </a:custGeom>
            <a:solidFill>
              <a:srgbClr val="EAE3D2"/>
            </a:solidFill>
          </p:spPr>
          <p:txBody>
            <a:bodyPr wrap="square" lIns="0" tIns="0" rIns="0" bIns="0" rtlCol="0"/>
            <a:lstStyle/>
            <a:p>
              <a:endParaRPr/>
            </a:p>
          </p:txBody>
        </p:sp>
      </p:grpSp>
      <p:sp>
        <p:nvSpPr>
          <p:cNvPr id="14" name="object 14"/>
          <p:cNvSpPr txBox="1"/>
          <p:nvPr/>
        </p:nvSpPr>
        <p:spPr>
          <a:xfrm>
            <a:off x="553618" y="8213597"/>
            <a:ext cx="546100" cy="482600"/>
          </a:xfrm>
          <a:prstGeom prst="rect">
            <a:avLst/>
          </a:prstGeom>
        </p:spPr>
        <p:txBody>
          <a:bodyPr vert="horz" wrap="square" lIns="0" tIns="12700" rIns="0" bIns="0" rtlCol="0">
            <a:spAutoFit/>
          </a:bodyPr>
          <a:lstStyle/>
          <a:p>
            <a:pPr marL="12700">
              <a:lnSpc>
                <a:spcPct val="100000"/>
              </a:lnSpc>
              <a:spcBef>
                <a:spcPts val="100"/>
              </a:spcBef>
            </a:pPr>
            <a:r>
              <a:rPr sz="3000" b="1" spc="254" dirty="0">
                <a:solidFill>
                  <a:srgbClr val="17716C"/>
                </a:solidFill>
                <a:latin typeface="Trebuchet MS"/>
                <a:cs typeface="Trebuchet MS"/>
              </a:rPr>
              <a:t>04</a:t>
            </a:r>
            <a:endParaRPr sz="3000">
              <a:latin typeface="Trebuchet MS"/>
              <a:cs typeface="Trebuchet MS"/>
            </a:endParaRPr>
          </a:p>
        </p:txBody>
      </p:sp>
      <p:grpSp>
        <p:nvGrpSpPr>
          <p:cNvPr id="15" name="object 15"/>
          <p:cNvGrpSpPr/>
          <p:nvPr/>
        </p:nvGrpSpPr>
        <p:grpSpPr>
          <a:xfrm>
            <a:off x="10836347" y="3832559"/>
            <a:ext cx="1015365" cy="1150620"/>
            <a:chOff x="10836347" y="3832559"/>
            <a:chExt cx="1015365" cy="1150620"/>
          </a:xfrm>
        </p:grpSpPr>
        <p:pic>
          <p:nvPicPr>
            <p:cNvPr id="16" name="object 16"/>
            <p:cNvPicPr/>
            <p:nvPr/>
          </p:nvPicPr>
          <p:blipFill>
            <a:blip r:embed="rId2" cstate="print"/>
            <a:stretch>
              <a:fillRect/>
            </a:stretch>
          </p:blipFill>
          <p:spPr>
            <a:xfrm>
              <a:off x="11537441" y="4666799"/>
              <a:ext cx="233389" cy="190779"/>
            </a:xfrm>
            <a:prstGeom prst="rect">
              <a:avLst/>
            </a:prstGeom>
          </p:spPr>
        </p:pic>
        <p:sp>
          <p:nvSpPr>
            <p:cNvPr id="17" name="object 17"/>
            <p:cNvSpPr/>
            <p:nvPr/>
          </p:nvSpPr>
          <p:spPr>
            <a:xfrm>
              <a:off x="10836338" y="3832567"/>
              <a:ext cx="1015365" cy="1150620"/>
            </a:xfrm>
            <a:custGeom>
              <a:avLst/>
              <a:gdLst/>
              <a:ahLst/>
              <a:cxnLst/>
              <a:rect l="l" t="t" r="r" b="b"/>
              <a:pathLst>
                <a:path w="1015365" h="1150620">
                  <a:moveTo>
                    <a:pt x="394804" y="696747"/>
                  </a:moveTo>
                  <a:lnTo>
                    <a:pt x="357200" y="696747"/>
                  </a:lnTo>
                  <a:lnTo>
                    <a:pt x="357200" y="734453"/>
                  </a:lnTo>
                  <a:lnTo>
                    <a:pt x="394804" y="734453"/>
                  </a:lnTo>
                  <a:lnTo>
                    <a:pt x="394804" y="696747"/>
                  </a:lnTo>
                  <a:close/>
                </a:path>
                <a:path w="1015365" h="1150620">
                  <a:moveTo>
                    <a:pt x="470001" y="696747"/>
                  </a:moveTo>
                  <a:lnTo>
                    <a:pt x="432396" y="696747"/>
                  </a:lnTo>
                  <a:lnTo>
                    <a:pt x="432396" y="734453"/>
                  </a:lnTo>
                  <a:lnTo>
                    <a:pt x="470001" y="734453"/>
                  </a:lnTo>
                  <a:lnTo>
                    <a:pt x="470001" y="696747"/>
                  </a:lnTo>
                  <a:close/>
                </a:path>
                <a:path w="1015365" h="1150620">
                  <a:moveTo>
                    <a:pt x="1015187" y="490220"/>
                  </a:moveTo>
                  <a:lnTo>
                    <a:pt x="977595" y="490220"/>
                  </a:lnTo>
                  <a:lnTo>
                    <a:pt x="977595" y="528320"/>
                  </a:lnTo>
                  <a:lnTo>
                    <a:pt x="977595" y="642620"/>
                  </a:lnTo>
                  <a:lnTo>
                    <a:pt x="948067" y="654050"/>
                  </a:lnTo>
                  <a:lnTo>
                    <a:pt x="924407" y="674370"/>
                  </a:lnTo>
                  <a:lnTo>
                    <a:pt x="908570" y="702310"/>
                  </a:lnTo>
                  <a:lnTo>
                    <a:pt x="902525" y="734060"/>
                  </a:lnTo>
                  <a:lnTo>
                    <a:pt x="884008" y="726440"/>
                  </a:lnTo>
                  <a:lnTo>
                    <a:pt x="859332" y="716280"/>
                  </a:lnTo>
                  <a:lnTo>
                    <a:pt x="863942" y="702310"/>
                  </a:lnTo>
                  <a:lnTo>
                    <a:pt x="869797" y="684530"/>
                  </a:lnTo>
                  <a:lnTo>
                    <a:pt x="877392" y="651510"/>
                  </a:lnTo>
                  <a:lnTo>
                    <a:pt x="882027" y="618490"/>
                  </a:lnTo>
                  <a:lnTo>
                    <a:pt x="883589" y="584200"/>
                  </a:lnTo>
                  <a:lnTo>
                    <a:pt x="880745" y="538480"/>
                  </a:lnTo>
                  <a:lnTo>
                    <a:pt x="880656" y="537210"/>
                  </a:lnTo>
                  <a:lnTo>
                    <a:pt x="872096" y="491490"/>
                  </a:lnTo>
                  <a:lnTo>
                    <a:pt x="858240" y="448310"/>
                  </a:lnTo>
                  <a:lnTo>
                    <a:pt x="845997" y="421805"/>
                  </a:lnTo>
                  <a:lnTo>
                    <a:pt x="845997" y="584200"/>
                  </a:lnTo>
                  <a:lnTo>
                    <a:pt x="844600" y="614680"/>
                  </a:lnTo>
                  <a:lnTo>
                    <a:pt x="840486" y="643890"/>
                  </a:lnTo>
                  <a:lnTo>
                    <a:pt x="833742" y="674370"/>
                  </a:lnTo>
                  <a:lnTo>
                    <a:pt x="824471" y="702310"/>
                  </a:lnTo>
                  <a:lnTo>
                    <a:pt x="808393" y="695960"/>
                  </a:lnTo>
                  <a:lnTo>
                    <a:pt x="733183" y="726440"/>
                  </a:lnTo>
                  <a:lnTo>
                    <a:pt x="733183" y="396240"/>
                  </a:lnTo>
                  <a:lnTo>
                    <a:pt x="730224" y="381000"/>
                  </a:lnTo>
                  <a:lnTo>
                    <a:pt x="727544" y="377190"/>
                  </a:lnTo>
                  <a:lnTo>
                    <a:pt x="722172" y="369570"/>
                  </a:lnTo>
                  <a:lnTo>
                    <a:pt x="710209" y="360680"/>
                  </a:lnTo>
                  <a:lnTo>
                    <a:pt x="695591" y="358140"/>
                  </a:lnTo>
                  <a:lnTo>
                    <a:pt x="695591" y="396240"/>
                  </a:lnTo>
                  <a:lnTo>
                    <a:pt x="695591" y="741680"/>
                  </a:lnTo>
                  <a:lnTo>
                    <a:pt x="616788" y="772160"/>
                  </a:lnTo>
                  <a:lnTo>
                    <a:pt x="601599" y="772160"/>
                  </a:lnTo>
                  <a:lnTo>
                    <a:pt x="601599" y="810260"/>
                  </a:lnTo>
                  <a:lnTo>
                    <a:pt x="601599" y="910590"/>
                  </a:lnTo>
                  <a:lnTo>
                    <a:pt x="601599" y="948690"/>
                  </a:lnTo>
                  <a:lnTo>
                    <a:pt x="601599" y="982980"/>
                  </a:lnTo>
                  <a:lnTo>
                    <a:pt x="586511" y="991870"/>
                  </a:lnTo>
                  <a:lnTo>
                    <a:pt x="574611" y="1003300"/>
                  </a:lnTo>
                  <a:lnTo>
                    <a:pt x="566801" y="1018540"/>
                  </a:lnTo>
                  <a:lnTo>
                    <a:pt x="563994" y="1036320"/>
                  </a:lnTo>
                  <a:lnTo>
                    <a:pt x="563994" y="1055370"/>
                  </a:lnTo>
                  <a:lnTo>
                    <a:pt x="451205" y="1055370"/>
                  </a:lnTo>
                  <a:lnTo>
                    <a:pt x="451205" y="1026160"/>
                  </a:lnTo>
                  <a:lnTo>
                    <a:pt x="447840" y="1005840"/>
                  </a:lnTo>
                  <a:lnTo>
                    <a:pt x="445808" y="1002030"/>
                  </a:lnTo>
                  <a:lnTo>
                    <a:pt x="438378" y="988060"/>
                  </a:lnTo>
                  <a:lnTo>
                    <a:pt x="423722" y="975360"/>
                  </a:lnTo>
                  <a:lnTo>
                    <a:pt x="404799" y="966470"/>
                  </a:lnTo>
                  <a:lnTo>
                    <a:pt x="384810" y="965200"/>
                  </a:lnTo>
                  <a:lnTo>
                    <a:pt x="365709" y="969010"/>
                  </a:lnTo>
                  <a:lnTo>
                    <a:pt x="348996" y="979170"/>
                  </a:lnTo>
                  <a:lnTo>
                    <a:pt x="336207" y="994410"/>
                  </a:lnTo>
                  <a:lnTo>
                    <a:pt x="321424" y="1021080"/>
                  </a:lnTo>
                  <a:lnTo>
                    <a:pt x="223761" y="963930"/>
                  </a:lnTo>
                  <a:lnTo>
                    <a:pt x="238480" y="938530"/>
                  </a:lnTo>
                  <a:lnTo>
                    <a:pt x="245541" y="919480"/>
                  </a:lnTo>
                  <a:lnTo>
                    <a:pt x="246075" y="899160"/>
                  </a:lnTo>
                  <a:lnTo>
                    <a:pt x="241427" y="883920"/>
                  </a:lnTo>
                  <a:lnTo>
                    <a:pt x="240271" y="880110"/>
                  </a:lnTo>
                  <a:lnTo>
                    <a:pt x="231965" y="868680"/>
                  </a:lnTo>
                  <a:lnTo>
                    <a:pt x="228282" y="863600"/>
                  </a:lnTo>
                  <a:lnTo>
                    <a:pt x="211810" y="852170"/>
                  </a:lnTo>
                  <a:lnTo>
                    <a:pt x="192913" y="845820"/>
                  </a:lnTo>
                  <a:lnTo>
                    <a:pt x="173189" y="847090"/>
                  </a:lnTo>
                  <a:lnTo>
                    <a:pt x="154266" y="854710"/>
                  </a:lnTo>
                  <a:lnTo>
                    <a:pt x="128778" y="868680"/>
                  </a:lnTo>
                  <a:lnTo>
                    <a:pt x="72377" y="770890"/>
                  </a:lnTo>
                  <a:lnTo>
                    <a:pt x="97815" y="755650"/>
                  </a:lnTo>
                  <a:lnTo>
                    <a:pt x="113385" y="742950"/>
                  </a:lnTo>
                  <a:lnTo>
                    <a:pt x="123736" y="726440"/>
                  </a:lnTo>
                  <a:lnTo>
                    <a:pt x="128206" y="707390"/>
                  </a:lnTo>
                  <a:lnTo>
                    <a:pt x="126161" y="685800"/>
                  </a:lnTo>
                  <a:lnTo>
                    <a:pt x="117817" y="668020"/>
                  </a:lnTo>
                  <a:lnTo>
                    <a:pt x="104343" y="654050"/>
                  </a:lnTo>
                  <a:lnTo>
                    <a:pt x="87020" y="643890"/>
                  </a:lnTo>
                  <a:lnTo>
                    <a:pt x="67132" y="641350"/>
                  </a:lnTo>
                  <a:lnTo>
                    <a:pt x="37604" y="641350"/>
                  </a:lnTo>
                  <a:lnTo>
                    <a:pt x="37604" y="528320"/>
                  </a:lnTo>
                  <a:lnTo>
                    <a:pt x="67132" y="528320"/>
                  </a:lnTo>
                  <a:lnTo>
                    <a:pt x="87020" y="524510"/>
                  </a:lnTo>
                  <a:lnTo>
                    <a:pt x="104368" y="514350"/>
                  </a:lnTo>
                  <a:lnTo>
                    <a:pt x="117906" y="500380"/>
                  </a:lnTo>
                  <a:lnTo>
                    <a:pt x="126377" y="481330"/>
                  </a:lnTo>
                  <a:lnTo>
                    <a:pt x="128282" y="461010"/>
                  </a:lnTo>
                  <a:lnTo>
                    <a:pt x="123736" y="441960"/>
                  </a:lnTo>
                  <a:lnTo>
                    <a:pt x="113372" y="425450"/>
                  </a:lnTo>
                  <a:lnTo>
                    <a:pt x="97802" y="412750"/>
                  </a:lnTo>
                  <a:lnTo>
                    <a:pt x="72364" y="397510"/>
                  </a:lnTo>
                  <a:lnTo>
                    <a:pt x="105638" y="340360"/>
                  </a:lnTo>
                  <a:lnTo>
                    <a:pt x="131597" y="365760"/>
                  </a:lnTo>
                  <a:lnTo>
                    <a:pt x="131724" y="397510"/>
                  </a:lnTo>
                  <a:lnTo>
                    <a:pt x="133057" y="411480"/>
                  </a:lnTo>
                  <a:lnTo>
                    <a:pt x="133184" y="412750"/>
                  </a:lnTo>
                  <a:lnTo>
                    <a:pt x="137693" y="427990"/>
                  </a:lnTo>
                  <a:lnTo>
                    <a:pt x="144805" y="443230"/>
                  </a:lnTo>
                  <a:lnTo>
                    <a:pt x="154190" y="455930"/>
                  </a:lnTo>
                  <a:lnTo>
                    <a:pt x="144437" y="487680"/>
                  </a:lnTo>
                  <a:lnTo>
                    <a:pt x="137363" y="519430"/>
                  </a:lnTo>
                  <a:lnTo>
                    <a:pt x="133057" y="551180"/>
                  </a:lnTo>
                  <a:lnTo>
                    <a:pt x="131597" y="584200"/>
                  </a:lnTo>
                  <a:lnTo>
                    <a:pt x="134454" y="629920"/>
                  </a:lnTo>
                  <a:lnTo>
                    <a:pt x="134531" y="631190"/>
                  </a:lnTo>
                  <a:lnTo>
                    <a:pt x="143103" y="676910"/>
                  </a:lnTo>
                  <a:lnTo>
                    <a:pt x="156946" y="720090"/>
                  </a:lnTo>
                  <a:lnTo>
                    <a:pt x="175717" y="762000"/>
                  </a:lnTo>
                  <a:lnTo>
                    <a:pt x="199059" y="800100"/>
                  </a:lnTo>
                  <a:lnTo>
                    <a:pt x="226606" y="834390"/>
                  </a:lnTo>
                  <a:lnTo>
                    <a:pt x="258013" y="866140"/>
                  </a:lnTo>
                  <a:lnTo>
                    <a:pt x="292925" y="894080"/>
                  </a:lnTo>
                  <a:lnTo>
                    <a:pt x="330987" y="916940"/>
                  </a:lnTo>
                  <a:lnTo>
                    <a:pt x="371843" y="935990"/>
                  </a:lnTo>
                  <a:lnTo>
                    <a:pt x="415124" y="949960"/>
                  </a:lnTo>
                  <a:lnTo>
                    <a:pt x="460502" y="958850"/>
                  </a:lnTo>
                  <a:lnTo>
                    <a:pt x="507593" y="961390"/>
                  </a:lnTo>
                  <a:lnTo>
                    <a:pt x="555091" y="958850"/>
                  </a:lnTo>
                  <a:lnTo>
                    <a:pt x="578497" y="955040"/>
                  </a:lnTo>
                  <a:lnTo>
                    <a:pt x="601599" y="948690"/>
                  </a:lnTo>
                  <a:lnTo>
                    <a:pt x="601599" y="910590"/>
                  </a:lnTo>
                  <a:lnTo>
                    <a:pt x="555180" y="920750"/>
                  </a:lnTo>
                  <a:lnTo>
                    <a:pt x="531507" y="923290"/>
                  </a:lnTo>
                  <a:lnTo>
                    <a:pt x="507593" y="923290"/>
                  </a:lnTo>
                  <a:lnTo>
                    <a:pt x="461746" y="920750"/>
                  </a:lnTo>
                  <a:lnTo>
                    <a:pt x="417741" y="911860"/>
                  </a:lnTo>
                  <a:lnTo>
                    <a:pt x="375996" y="896620"/>
                  </a:lnTo>
                  <a:lnTo>
                    <a:pt x="336931" y="877570"/>
                  </a:lnTo>
                  <a:lnTo>
                    <a:pt x="300939" y="853440"/>
                  </a:lnTo>
                  <a:lnTo>
                    <a:pt x="268427" y="824230"/>
                  </a:lnTo>
                  <a:lnTo>
                    <a:pt x="239801" y="791210"/>
                  </a:lnTo>
                  <a:lnTo>
                    <a:pt x="215468" y="755650"/>
                  </a:lnTo>
                  <a:lnTo>
                    <a:pt x="195834" y="716280"/>
                  </a:lnTo>
                  <a:lnTo>
                    <a:pt x="181305" y="674370"/>
                  </a:lnTo>
                  <a:lnTo>
                    <a:pt x="172288" y="629920"/>
                  </a:lnTo>
                  <a:lnTo>
                    <a:pt x="169189" y="584200"/>
                  </a:lnTo>
                  <a:lnTo>
                    <a:pt x="170256" y="557530"/>
                  </a:lnTo>
                  <a:lnTo>
                    <a:pt x="173380" y="532130"/>
                  </a:lnTo>
                  <a:lnTo>
                    <a:pt x="178498" y="505460"/>
                  </a:lnTo>
                  <a:lnTo>
                    <a:pt x="185559" y="481330"/>
                  </a:lnTo>
                  <a:lnTo>
                    <a:pt x="194945" y="485140"/>
                  </a:lnTo>
                  <a:lnTo>
                    <a:pt x="204762" y="487680"/>
                  </a:lnTo>
                  <a:lnTo>
                    <a:pt x="225590" y="490220"/>
                  </a:lnTo>
                  <a:lnTo>
                    <a:pt x="241160" y="488950"/>
                  </a:lnTo>
                  <a:lnTo>
                    <a:pt x="255854" y="485140"/>
                  </a:lnTo>
                  <a:lnTo>
                    <a:pt x="264058" y="481330"/>
                  </a:lnTo>
                  <a:lnTo>
                    <a:pt x="269532" y="478790"/>
                  </a:lnTo>
                  <a:lnTo>
                    <a:pt x="282003" y="471170"/>
                  </a:lnTo>
                  <a:lnTo>
                    <a:pt x="282003" y="772160"/>
                  </a:lnTo>
                  <a:lnTo>
                    <a:pt x="284962" y="787400"/>
                  </a:lnTo>
                  <a:lnTo>
                    <a:pt x="293027" y="798830"/>
                  </a:lnTo>
                  <a:lnTo>
                    <a:pt x="304977" y="807720"/>
                  </a:lnTo>
                  <a:lnTo>
                    <a:pt x="319608" y="810260"/>
                  </a:lnTo>
                  <a:lnTo>
                    <a:pt x="601599" y="810260"/>
                  </a:lnTo>
                  <a:lnTo>
                    <a:pt x="601599" y="772160"/>
                  </a:lnTo>
                  <a:lnTo>
                    <a:pt x="319608" y="772160"/>
                  </a:lnTo>
                  <a:lnTo>
                    <a:pt x="319608" y="471170"/>
                  </a:lnTo>
                  <a:lnTo>
                    <a:pt x="319608" y="452120"/>
                  </a:lnTo>
                  <a:lnTo>
                    <a:pt x="319608" y="396240"/>
                  </a:lnTo>
                  <a:lnTo>
                    <a:pt x="394804" y="396240"/>
                  </a:lnTo>
                  <a:lnTo>
                    <a:pt x="394804" y="433070"/>
                  </a:lnTo>
                  <a:lnTo>
                    <a:pt x="397764" y="448310"/>
                  </a:lnTo>
                  <a:lnTo>
                    <a:pt x="405815" y="459740"/>
                  </a:lnTo>
                  <a:lnTo>
                    <a:pt x="417779" y="468630"/>
                  </a:lnTo>
                  <a:lnTo>
                    <a:pt x="432396" y="471170"/>
                  </a:lnTo>
                  <a:lnTo>
                    <a:pt x="582790" y="471170"/>
                  </a:lnTo>
                  <a:lnTo>
                    <a:pt x="597420" y="468630"/>
                  </a:lnTo>
                  <a:lnTo>
                    <a:pt x="609371" y="459740"/>
                  </a:lnTo>
                  <a:lnTo>
                    <a:pt x="617435" y="448310"/>
                  </a:lnTo>
                  <a:lnTo>
                    <a:pt x="620395" y="433070"/>
                  </a:lnTo>
                  <a:lnTo>
                    <a:pt x="620395" y="396240"/>
                  </a:lnTo>
                  <a:lnTo>
                    <a:pt x="695591" y="396240"/>
                  </a:lnTo>
                  <a:lnTo>
                    <a:pt x="695591" y="358140"/>
                  </a:lnTo>
                  <a:lnTo>
                    <a:pt x="582790" y="358140"/>
                  </a:lnTo>
                  <a:lnTo>
                    <a:pt x="582790" y="396240"/>
                  </a:lnTo>
                  <a:lnTo>
                    <a:pt x="582790" y="433070"/>
                  </a:lnTo>
                  <a:lnTo>
                    <a:pt x="526389" y="433070"/>
                  </a:lnTo>
                  <a:lnTo>
                    <a:pt x="526389" y="396240"/>
                  </a:lnTo>
                  <a:lnTo>
                    <a:pt x="582790" y="396240"/>
                  </a:lnTo>
                  <a:lnTo>
                    <a:pt x="582790" y="358140"/>
                  </a:lnTo>
                  <a:lnTo>
                    <a:pt x="488797" y="358140"/>
                  </a:lnTo>
                  <a:lnTo>
                    <a:pt x="488797" y="396240"/>
                  </a:lnTo>
                  <a:lnTo>
                    <a:pt x="488797" y="433070"/>
                  </a:lnTo>
                  <a:lnTo>
                    <a:pt x="432396" y="433070"/>
                  </a:lnTo>
                  <a:lnTo>
                    <a:pt x="432396" y="396240"/>
                  </a:lnTo>
                  <a:lnTo>
                    <a:pt x="488797" y="396240"/>
                  </a:lnTo>
                  <a:lnTo>
                    <a:pt x="488797" y="358140"/>
                  </a:lnTo>
                  <a:lnTo>
                    <a:pt x="327393" y="358140"/>
                  </a:lnTo>
                  <a:lnTo>
                    <a:pt x="344982" y="340360"/>
                  </a:lnTo>
                  <a:lnTo>
                    <a:pt x="346240" y="339090"/>
                  </a:lnTo>
                  <a:lnTo>
                    <a:pt x="380174" y="304800"/>
                  </a:lnTo>
                  <a:lnTo>
                    <a:pt x="390029" y="294640"/>
                  </a:lnTo>
                  <a:lnTo>
                    <a:pt x="398881" y="283210"/>
                  </a:lnTo>
                  <a:lnTo>
                    <a:pt x="406730" y="270510"/>
                  </a:lnTo>
                  <a:lnTo>
                    <a:pt x="413600" y="259080"/>
                  </a:lnTo>
                  <a:lnTo>
                    <a:pt x="436626" y="252730"/>
                  </a:lnTo>
                  <a:lnTo>
                    <a:pt x="460006" y="248920"/>
                  </a:lnTo>
                  <a:lnTo>
                    <a:pt x="483692" y="246380"/>
                  </a:lnTo>
                  <a:lnTo>
                    <a:pt x="507593" y="245110"/>
                  </a:lnTo>
                  <a:lnTo>
                    <a:pt x="553453" y="247650"/>
                  </a:lnTo>
                  <a:lnTo>
                    <a:pt x="597458" y="256540"/>
                  </a:lnTo>
                  <a:lnTo>
                    <a:pt x="639191" y="271780"/>
                  </a:lnTo>
                  <a:lnTo>
                    <a:pt x="678256" y="290830"/>
                  </a:lnTo>
                  <a:lnTo>
                    <a:pt x="714260" y="316230"/>
                  </a:lnTo>
                  <a:lnTo>
                    <a:pt x="746772" y="344170"/>
                  </a:lnTo>
                  <a:lnTo>
                    <a:pt x="775398" y="377190"/>
                  </a:lnTo>
                  <a:lnTo>
                    <a:pt x="799731" y="412750"/>
                  </a:lnTo>
                  <a:lnTo>
                    <a:pt x="819365" y="452120"/>
                  </a:lnTo>
                  <a:lnTo>
                    <a:pt x="833894" y="494030"/>
                  </a:lnTo>
                  <a:lnTo>
                    <a:pt x="842899" y="538480"/>
                  </a:lnTo>
                  <a:lnTo>
                    <a:pt x="845997" y="584200"/>
                  </a:lnTo>
                  <a:lnTo>
                    <a:pt x="845997" y="421805"/>
                  </a:lnTo>
                  <a:lnTo>
                    <a:pt x="816140" y="369570"/>
                  </a:lnTo>
                  <a:lnTo>
                    <a:pt x="788581" y="334010"/>
                  </a:lnTo>
                  <a:lnTo>
                    <a:pt x="757174" y="302260"/>
                  </a:lnTo>
                  <a:lnTo>
                    <a:pt x="722261" y="274320"/>
                  </a:lnTo>
                  <a:lnTo>
                    <a:pt x="684212" y="251460"/>
                  </a:lnTo>
                  <a:lnTo>
                    <a:pt x="670585" y="245110"/>
                  </a:lnTo>
                  <a:lnTo>
                    <a:pt x="643356" y="232410"/>
                  </a:lnTo>
                  <a:lnTo>
                    <a:pt x="600062" y="218440"/>
                  </a:lnTo>
                  <a:lnTo>
                    <a:pt x="584949" y="215900"/>
                  </a:lnTo>
                  <a:lnTo>
                    <a:pt x="554697" y="210820"/>
                  </a:lnTo>
                  <a:lnTo>
                    <a:pt x="507593" y="207010"/>
                  </a:lnTo>
                  <a:lnTo>
                    <a:pt x="467715" y="209550"/>
                  </a:lnTo>
                  <a:lnTo>
                    <a:pt x="448005" y="212090"/>
                  </a:lnTo>
                  <a:lnTo>
                    <a:pt x="428498" y="215900"/>
                  </a:lnTo>
                  <a:lnTo>
                    <a:pt x="429895" y="208280"/>
                  </a:lnTo>
                  <a:lnTo>
                    <a:pt x="430949" y="200660"/>
                  </a:lnTo>
                  <a:lnTo>
                    <a:pt x="431685" y="193040"/>
                  </a:lnTo>
                  <a:lnTo>
                    <a:pt x="431749" y="191770"/>
                  </a:lnTo>
                  <a:lnTo>
                    <a:pt x="431825" y="190500"/>
                  </a:lnTo>
                  <a:lnTo>
                    <a:pt x="431888" y="189230"/>
                  </a:lnTo>
                  <a:lnTo>
                    <a:pt x="431965" y="187960"/>
                  </a:lnTo>
                  <a:lnTo>
                    <a:pt x="432028" y="186690"/>
                  </a:lnTo>
                  <a:lnTo>
                    <a:pt x="432104" y="185420"/>
                  </a:lnTo>
                  <a:lnTo>
                    <a:pt x="447294" y="176530"/>
                  </a:lnTo>
                  <a:lnTo>
                    <a:pt x="459295" y="165100"/>
                  </a:lnTo>
                  <a:lnTo>
                    <a:pt x="467169" y="149860"/>
                  </a:lnTo>
                  <a:lnTo>
                    <a:pt x="468376" y="142240"/>
                  </a:lnTo>
                  <a:lnTo>
                    <a:pt x="470001" y="132080"/>
                  </a:lnTo>
                  <a:lnTo>
                    <a:pt x="470001" y="113030"/>
                  </a:lnTo>
                  <a:lnTo>
                    <a:pt x="563994" y="113030"/>
                  </a:lnTo>
                  <a:lnTo>
                    <a:pt x="563994" y="142240"/>
                  </a:lnTo>
                  <a:lnTo>
                    <a:pt x="567334" y="162560"/>
                  </a:lnTo>
                  <a:lnTo>
                    <a:pt x="576770" y="180340"/>
                  </a:lnTo>
                  <a:lnTo>
                    <a:pt x="591362" y="193040"/>
                  </a:lnTo>
                  <a:lnTo>
                    <a:pt x="610209" y="201930"/>
                  </a:lnTo>
                  <a:lnTo>
                    <a:pt x="630313" y="204470"/>
                  </a:lnTo>
                  <a:lnTo>
                    <a:pt x="649490" y="199390"/>
                  </a:lnTo>
                  <a:lnTo>
                    <a:pt x="666242" y="189230"/>
                  </a:lnTo>
                  <a:lnTo>
                    <a:pt x="679069" y="173990"/>
                  </a:lnTo>
                  <a:lnTo>
                    <a:pt x="683260" y="166370"/>
                  </a:lnTo>
                  <a:lnTo>
                    <a:pt x="693737" y="147320"/>
                  </a:lnTo>
                  <a:lnTo>
                    <a:pt x="791425" y="204470"/>
                  </a:lnTo>
                  <a:lnTo>
                    <a:pt x="776706" y="229870"/>
                  </a:lnTo>
                  <a:lnTo>
                    <a:pt x="769632" y="248920"/>
                  </a:lnTo>
                  <a:lnTo>
                    <a:pt x="774903" y="288290"/>
                  </a:lnTo>
                  <a:lnTo>
                    <a:pt x="803363" y="316230"/>
                  </a:lnTo>
                  <a:lnTo>
                    <a:pt x="822261" y="322580"/>
                  </a:lnTo>
                  <a:lnTo>
                    <a:pt x="841971" y="321310"/>
                  </a:lnTo>
                  <a:lnTo>
                    <a:pt x="860907" y="314960"/>
                  </a:lnTo>
                  <a:lnTo>
                    <a:pt x="886409" y="299720"/>
                  </a:lnTo>
                  <a:lnTo>
                    <a:pt x="942822" y="397510"/>
                  </a:lnTo>
                  <a:lnTo>
                    <a:pt x="917384" y="412750"/>
                  </a:lnTo>
                  <a:lnTo>
                    <a:pt x="901814" y="425450"/>
                  </a:lnTo>
                  <a:lnTo>
                    <a:pt x="891463" y="441960"/>
                  </a:lnTo>
                  <a:lnTo>
                    <a:pt x="886993" y="461010"/>
                  </a:lnTo>
                  <a:lnTo>
                    <a:pt x="888669" y="478790"/>
                  </a:lnTo>
                  <a:lnTo>
                    <a:pt x="888784" y="480060"/>
                  </a:lnTo>
                  <a:lnTo>
                    <a:pt x="888911" y="481330"/>
                  </a:lnTo>
                  <a:lnTo>
                    <a:pt x="889025" y="482600"/>
                  </a:lnTo>
                  <a:lnTo>
                    <a:pt x="897382" y="500380"/>
                  </a:lnTo>
                  <a:lnTo>
                    <a:pt x="910856" y="515620"/>
                  </a:lnTo>
                  <a:lnTo>
                    <a:pt x="928179" y="524510"/>
                  </a:lnTo>
                  <a:lnTo>
                    <a:pt x="948055" y="528320"/>
                  </a:lnTo>
                  <a:lnTo>
                    <a:pt x="977595" y="528320"/>
                  </a:lnTo>
                  <a:lnTo>
                    <a:pt x="977595" y="490220"/>
                  </a:lnTo>
                  <a:lnTo>
                    <a:pt x="948055" y="490220"/>
                  </a:lnTo>
                  <a:lnTo>
                    <a:pt x="940409" y="488950"/>
                  </a:lnTo>
                  <a:lnTo>
                    <a:pt x="924433" y="463550"/>
                  </a:lnTo>
                  <a:lnTo>
                    <a:pt x="926172" y="455930"/>
                  </a:lnTo>
                  <a:lnTo>
                    <a:pt x="930186" y="449580"/>
                  </a:lnTo>
                  <a:lnTo>
                    <a:pt x="936193" y="444500"/>
                  </a:lnTo>
                  <a:lnTo>
                    <a:pt x="994181" y="411480"/>
                  </a:lnTo>
                  <a:lnTo>
                    <a:pt x="930046" y="299720"/>
                  </a:lnTo>
                  <a:lnTo>
                    <a:pt x="921296" y="284480"/>
                  </a:lnTo>
                  <a:lnTo>
                    <a:pt x="900163" y="247650"/>
                  </a:lnTo>
                  <a:lnTo>
                    <a:pt x="842073" y="281940"/>
                  </a:lnTo>
                  <a:lnTo>
                    <a:pt x="834758" y="284480"/>
                  </a:lnTo>
                  <a:lnTo>
                    <a:pt x="827087" y="284480"/>
                  </a:lnTo>
                  <a:lnTo>
                    <a:pt x="819645" y="281940"/>
                  </a:lnTo>
                  <a:lnTo>
                    <a:pt x="813015" y="278130"/>
                  </a:lnTo>
                  <a:lnTo>
                    <a:pt x="808469" y="271780"/>
                  </a:lnTo>
                  <a:lnTo>
                    <a:pt x="806284" y="264160"/>
                  </a:lnTo>
                  <a:lnTo>
                    <a:pt x="806437" y="259080"/>
                  </a:lnTo>
                  <a:lnTo>
                    <a:pt x="806513" y="256540"/>
                  </a:lnTo>
                  <a:lnTo>
                    <a:pt x="809256" y="248920"/>
                  </a:lnTo>
                  <a:lnTo>
                    <a:pt x="842784" y="190500"/>
                  </a:lnTo>
                  <a:lnTo>
                    <a:pt x="767981" y="147320"/>
                  </a:lnTo>
                  <a:lnTo>
                    <a:pt x="679970" y="96520"/>
                  </a:lnTo>
                  <a:lnTo>
                    <a:pt x="646493" y="154940"/>
                  </a:lnTo>
                  <a:lnTo>
                    <a:pt x="641515" y="160020"/>
                  </a:lnTo>
                  <a:lnTo>
                    <a:pt x="634949" y="165100"/>
                  </a:lnTo>
                  <a:lnTo>
                    <a:pt x="627278" y="166370"/>
                  </a:lnTo>
                  <a:lnTo>
                    <a:pt x="619010" y="165100"/>
                  </a:lnTo>
                  <a:lnTo>
                    <a:pt x="611962" y="162560"/>
                  </a:lnTo>
                  <a:lnTo>
                    <a:pt x="606463" y="157480"/>
                  </a:lnTo>
                  <a:lnTo>
                    <a:pt x="602869" y="149860"/>
                  </a:lnTo>
                  <a:lnTo>
                    <a:pt x="601586" y="142240"/>
                  </a:lnTo>
                  <a:lnTo>
                    <a:pt x="601586" y="113030"/>
                  </a:lnTo>
                  <a:lnTo>
                    <a:pt x="601586" y="74930"/>
                  </a:lnTo>
                  <a:lnTo>
                    <a:pt x="432396" y="74930"/>
                  </a:lnTo>
                  <a:lnTo>
                    <a:pt x="432396" y="135890"/>
                  </a:lnTo>
                  <a:lnTo>
                    <a:pt x="430860" y="139700"/>
                  </a:lnTo>
                  <a:lnTo>
                    <a:pt x="428713" y="142240"/>
                  </a:lnTo>
                  <a:lnTo>
                    <a:pt x="412369" y="96520"/>
                  </a:lnTo>
                  <a:lnTo>
                    <a:pt x="394804" y="71475"/>
                  </a:lnTo>
                  <a:lnTo>
                    <a:pt x="394804" y="179070"/>
                  </a:lnTo>
                  <a:lnTo>
                    <a:pt x="392099" y="207010"/>
                  </a:lnTo>
                  <a:lnTo>
                    <a:pt x="384162" y="232410"/>
                  </a:lnTo>
                  <a:lnTo>
                    <a:pt x="371246" y="256540"/>
                  </a:lnTo>
                  <a:lnTo>
                    <a:pt x="353593" y="278130"/>
                  </a:lnTo>
                  <a:lnTo>
                    <a:pt x="293027" y="339090"/>
                  </a:lnTo>
                  <a:lnTo>
                    <a:pt x="282003" y="339090"/>
                  </a:lnTo>
                  <a:lnTo>
                    <a:pt x="282003" y="377190"/>
                  </a:lnTo>
                  <a:lnTo>
                    <a:pt x="282003" y="396240"/>
                  </a:lnTo>
                  <a:lnTo>
                    <a:pt x="277571" y="417830"/>
                  </a:lnTo>
                  <a:lnTo>
                    <a:pt x="265468" y="435610"/>
                  </a:lnTo>
                  <a:lnTo>
                    <a:pt x="247523" y="448310"/>
                  </a:lnTo>
                  <a:lnTo>
                    <a:pt x="225590" y="452120"/>
                  </a:lnTo>
                  <a:lnTo>
                    <a:pt x="203669" y="448310"/>
                  </a:lnTo>
                  <a:lnTo>
                    <a:pt x="185737" y="435610"/>
                  </a:lnTo>
                  <a:lnTo>
                    <a:pt x="173634" y="417830"/>
                  </a:lnTo>
                  <a:lnTo>
                    <a:pt x="169189" y="396240"/>
                  </a:lnTo>
                  <a:lnTo>
                    <a:pt x="169189" y="377190"/>
                  </a:lnTo>
                  <a:lnTo>
                    <a:pt x="282003" y="377190"/>
                  </a:lnTo>
                  <a:lnTo>
                    <a:pt x="282003" y="339090"/>
                  </a:lnTo>
                  <a:lnTo>
                    <a:pt x="282003" y="226060"/>
                  </a:lnTo>
                  <a:lnTo>
                    <a:pt x="300799" y="226060"/>
                  </a:lnTo>
                  <a:lnTo>
                    <a:pt x="322732" y="222250"/>
                  </a:lnTo>
                  <a:lnTo>
                    <a:pt x="340664" y="209550"/>
                  </a:lnTo>
                  <a:lnTo>
                    <a:pt x="352767" y="191770"/>
                  </a:lnTo>
                  <a:lnTo>
                    <a:pt x="353542" y="187960"/>
                  </a:lnTo>
                  <a:lnTo>
                    <a:pt x="357200" y="170180"/>
                  </a:lnTo>
                  <a:lnTo>
                    <a:pt x="353504" y="151130"/>
                  </a:lnTo>
                  <a:lnTo>
                    <a:pt x="352767" y="147320"/>
                  </a:lnTo>
                  <a:lnTo>
                    <a:pt x="340664" y="129540"/>
                  </a:lnTo>
                  <a:lnTo>
                    <a:pt x="322732" y="118110"/>
                  </a:lnTo>
                  <a:lnTo>
                    <a:pt x="319608" y="117398"/>
                  </a:lnTo>
                  <a:lnTo>
                    <a:pt x="319608" y="170180"/>
                  </a:lnTo>
                  <a:lnTo>
                    <a:pt x="318122" y="176530"/>
                  </a:lnTo>
                  <a:lnTo>
                    <a:pt x="314083" y="182880"/>
                  </a:lnTo>
                  <a:lnTo>
                    <a:pt x="308114" y="186690"/>
                  </a:lnTo>
                  <a:lnTo>
                    <a:pt x="300799" y="187960"/>
                  </a:lnTo>
                  <a:lnTo>
                    <a:pt x="282003" y="187960"/>
                  </a:lnTo>
                  <a:lnTo>
                    <a:pt x="282003" y="170180"/>
                  </a:lnTo>
                  <a:lnTo>
                    <a:pt x="283489" y="162560"/>
                  </a:lnTo>
                  <a:lnTo>
                    <a:pt x="287515" y="156210"/>
                  </a:lnTo>
                  <a:lnTo>
                    <a:pt x="293497" y="152400"/>
                  </a:lnTo>
                  <a:lnTo>
                    <a:pt x="300799" y="151130"/>
                  </a:lnTo>
                  <a:lnTo>
                    <a:pt x="308114" y="152400"/>
                  </a:lnTo>
                  <a:lnTo>
                    <a:pt x="314083" y="156210"/>
                  </a:lnTo>
                  <a:lnTo>
                    <a:pt x="318122" y="162560"/>
                  </a:lnTo>
                  <a:lnTo>
                    <a:pt x="319608" y="170180"/>
                  </a:lnTo>
                  <a:lnTo>
                    <a:pt x="319608" y="117398"/>
                  </a:lnTo>
                  <a:lnTo>
                    <a:pt x="278866" y="118110"/>
                  </a:lnTo>
                  <a:lnTo>
                    <a:pt x="248831" y="147320"/>
                  </a:lnTo>
                  <a:lnTo>
                    <a:pt x="244386" y="170180"/>
                  </a:lnTo>
                  <a:lnTo>
                    <a:pt x="244386" y="187960"/>
                  </a:lnTo>
                  <a:lnTo>
                    <a:pt x="244386" y="226060"/>
                  </a:lnTo>
                  <a:lnTo>
                    <a:pt x="244386" y="339090"/>
                  </a:lnTo>
                  <a:lnTo>
                    <a:pt x="206794" y="339090"/>
                  </a:lnTo>
                  <a:lnTo>
                    <a:pt x="206794" y="226060"/>
                  </a:lnTo>
                  <a:lnTo>
                    <a:pt x="244386" y="226060"/>
                  </a:lnTo>
                  <a:lnTo>
                    <a:pt x="244386" y="187960"/>
                  </a:lnTo>
                  <a:lnTo>
                    <a:pt x="206794" y="187960"/>
                  </a:lnTo>
                  <a:lnTo>
                    <a:pt x="206794" y="170180"/>
                  </a:lnTo>
                  <a:lnTo>
                    <a:pt x="203098" y="151130"/>
                  </a:lnTo>
                  <a:lnTo>
                    <a:pt x="202349" y="147320"/>
                  </a:lnTo>
                  <a:lnTo>
                    <a:pt x="190258" y="129540"/>
                  </a:lnTo>
                  <a:lnTo>
                    <a:pt x="172326" y="118110"/>
                  </a:lnTo>
                  <a:lnTo>
                    <a:pt x="169189" y="117386"/>
                  </a:lnTo>
                  <a:lnTo>
                    <a:pt x="169189" y="170180"/>
                  </a:lnTo>
                  <a:lnTo>
                    <a:pt x="169189" y="187960"/>
                  </a:lnTo>
                  <a:lnTo>
                    <a:pt x="150393" y="187960"/>
                  </a:lnTo>
                  <a:lnTo>
                    <a:pt x="143090" y="186690"/>
                  </a:lnTo>
                  <a:lnTo>
                    <a:pt x="137121" y="182880"/>
                  </a:lnTo>
                  <a:lnTo>
                    <a:pt x="133083" y="176530"/>
                  </a:lnTo>
                  <a:lnTo>
                    <a:pt x="131597" y="170180"/>
                  </a:lnTo>
                  <a:lnTo>
                    <a:pt x="133083" y="162560"/>
                  </a:lnTo>
                  <a:lnTo>
                    <a:pt x="137121" y="156210"/>
                  </a:lnTo>
                  <a:lnTo>
                    <a:pt x="143090" y="152400"/>
                  </a:lnTo>
                  <a:lnTo>
                    <a:pt x="150393" y="151130"/>
                  </a:lnTo>
                  <a:lnTo>
                    <a:pt x="157708" y="152400"/>
                  </a:lnTo>
                  <a:lnTo>
                    <a:pt x="163677" y="156210"/>
                  </a:lnTo>
                  <a:lnTo>
                    <a:pt x="167716" y="162560"/>
                  </a:lnTo>
                  <a:lnTo>
                    <a:pt x="169189" y="170180"/>
                  </a:lnTo>
                  <a:lnTo>
                    <a:pt x="169189" y="117386"/>
                  </a:lnTo>
                  <a:lnTo>
                    <a:pt x="128473" y="118110"/>
                  </a:lnTo>
                  <a:lnTo>
                    <a:pt x="98437" y="147320"/>
                  </a:lnTo>
                  <a:lnTo>
                    <a:pt x="94005" y="170180"/>
                  </a:lnTo>
                  <a:lnTo>
                    <a:pt x="98437" y="191770"/>
                  </a:lnTo>
                  <a:lnTo>
                    <a:pt x="110540" y="209550"/>
                  </a:lnTo>
                  <a:lnTo>
                    <a:pt x="128473" y="222250"/>
                  </a:lnTo>
                  <a:lnTo>
                    <a:pt x="150393" y="226060"/>
                  </a:lnTo>
                  <a:lnTo>
                    <a:pt x="169189" y="226060"/>
                  </a:lnTo>
                  <a:lnTo>
                    <a:pt x="169189" y="339090"/>
                  </a:lnTo>
                  <a:lnTo>
                    <a:pt x="158178" y="339090"/>
                  </a:lnTo>
                  <a:lnTo>
                    <a:pt x="97612" y="278130"/>
                  </a:lnTo>
                  <a:lnTo>
                    <a:pt x="79959" y="256540"/>
                  </a:lnTo>
                  <a:lnTo>
                    <a:pt x="67043" y="232410"/>
                  </a:lnTo>
                  <a:lnTo>
                    <a:pt x="59105" y="207010"/>
                  </a:lnTo>
                  <a:lnTo>
                    <a:pt x="56527" y="180340"/>
                  </a:lnTo>
                  <a:lnTo>
                    <a:pt x="56400" y="179070"/>
                  </a:lnTo>
                  <a:lnTo>
                    <a:pt x="63588" y="134620"/>
                  </a:lnTo>
                  <a:lnTo>
                    <a:pt x="83591" y="95250"/>
                  </a:lnTo>
                  <a:lnTo>
                    <a:pt x="114071" y="64770"/>
                  </a:lnTo>
                  <a:lnTo>
                    <a:pt x="152692" y="44450"/>
                  </a:lnTo>
                  <a:lnTo>
                    <a:pt x="197116" y="38100"/>
                  </a:lnTo>
                  <a:lnTo>
                    <a:pt x="254063" y="38100"/>
                  </a:lnTo>
                  <a:lnTo>
                    <a:pt x="298500" y="44450"/>
                  </a:lnTo>
                  <a:lnTo>
                    <a:pt x="337134" y="64770"/>
                  </a:lnTo>
                  <a:lnTo>
                    <a:pt x="367614" y="95250"/>
                  </a:lnTo>
                  <a:lnTo>
                    <a:pt x="387616" y="134620"/>
                  </a:lnTo>
                  <a:lnTo>
                    <a:pt x="394804" y="179070"/>
                  </a:lnTo>
                  <a:lnTo>
                    <a:pt x="394804" y="71475"/>
                  </a:lnTo>
                  <a:lnTo>
                    <a:pt x="384759" y="57150"/>
                  </a:lnTo>
                  <a:lnTo>
                    <a:pt x="361696" y="38100"/>
                  </a:lnTo>
                  <a:lnTo>
                    <a:pt x="347865" y="26670"/>
                  </a:lnTo>
                  <a:lnTo>
                    <a:pt x="303644" y="6350"/>
                  </a:lnTo>
                  <a:lnTo>
                    <a:pt x="254076" y="0"/>
                  </a:lnTo>
                  <a:lnTo>
                    <a:pt x="197142" y="0"/>
                  </a:lnTo>
                  <a:lnTo>
                    <a:pt x="149783" y="6350"/>
                  </a:lnTo>
                  <a:lnTo>
                    <a:pt x="107200" y="24130"/>
                  </a:lnTo>
                  <a:lnTo>
                    <a:pt x="71094" y="52070"/>
                  </a:lnTo>
                  <a:lnTo>
                    <a:pt x="43180" y="88900"/>
                  </a:lnTo>
                  <a:lnTo>
                    <a:pt x="25184" y="130810"/>
                  </a:lnTo>
                  <a:lnTo>
                    <a:pt x="18808" y="179070"/>
                  </a:lnTo>
                  <a:lnTo>
                    <a:pt x="21590" y="207010"/>
                  </a:lnTo>
                  <a:lnTo>
                    <a:pt x="21717" y="208280"/>
                  </a:lnTo>
                  <a:lnTo>
                    <a:pt x="21844" y="209550"/>
                  </a:lnTo>
                  <a:lnTo>
                    <a:pt x="21971" y="210820"/>
                  </a:lnTo>
                  <a:lnTo>
                    <a:pt x="22098" y="212090"/>
                  </a:lnTo>
                  <a:lnTo>
                    <a:pt x="22225" y="213360"/>
                  </a:lnTo>
                  <a:lnTo>
                    <a:pt x="32283" y="247650"/>
                  </a:lnTo>
                  <a:lnTo>
                    <a:pt x="48666" y="278130"/>
                  </a:lnTo>
                  <a:lnTo>
                    <a:pt x="71031" y="304800"/>
                  </a:lnTo>
                  <a:lnTo>
                    <a:pt x="78092" y="312420"/>
                  </a:lnTo>
                  <a:lnTo>
                    <a:pt x="21018" y="411480"/>
                  </a:lnTo>
                  <a:lnTo>
                    <a:pt x="78994" y="444500"/>
                  </a:lnTo>
                  <a:lnTo>
                    <a:pt x="85013" y="449580"/>
                  </a:lnTo>
                  <a:lnTo>
                    <a:pt x="88988" y="457200"/>
                  </a:lnTo>
                  <a:lnTo>
                    <a:pt x="90678" y="464820"/>
                  </a:lnTo>
                  <a:lnTo>
                    <a:pt x="89814" y="472440"/>
                  </a:lnTo>
                  <a:lnTo>
                    <a:pt x="86601" y="480060"/>
                  </a:lnTo>
                  <a:lnTo>
                    <a:pt x="81432" y="485140"/>
                  </a:lnTo>
                  <a:lnTo>
                    <a:pt x="74777" y="488950"/>
                  </a:lnTo>
                  <a:lnTo>
                    <a:pt x="67132" y="490220"/>
                  </a:lnTo>
                  <a:lnTo>
                    <a:pt x="0" y="490220"/>
                  </a:lnTo>
                  <a:lnTo>
                    <a:pt x="0" y="678180"/>
                  </a:lnTo>
                  <a:lnTo>
                    <a:pt x="67132" y="678180"/>
                  </a:lnTo>
                  <a:lnTo>
                    <a:pt x="74777" y="679450"/>
                  </a:lnTo>
                  <a:lnTo>
                    <a:pt x="81457" y="683260"/>
                  </a:lnTo>
                  <a:lnTo>
                    <a:pt x="86702" y="689610"/>
                  </a:lnTo>
                  <a:lnTo>
                    <a:pt x="90030" y="697230"/>
                  </a:lnTo>
                  <a:lnTo>
                    <a:pt x="90766" y="704850"/>
                  </a:lnTo>
                  <a:lnTo>
                    <a:pt x="89014" y="712470"/>
                  </a:lnTo>
                  <a:lnTo>
                    <a:pt x="85013" y="718820"/>
                  </a:lnTo>
                  <a:lnTo>
                    <a:pt x="78994" y="723900"/>
                  </a:lnTo>
                  <a:lnTo>
                    <a:pt x="21018" y="756920"/>
                  </a:lnTo>
                  <a:lnTo>
                    <a:pt x="115023" y="920750"/>
                  </a:lnTo>
                  <a:lnTo>
                    <a:pt x="173113" y="886460"/>
                  </a:lnTo>
                  <a:lnTo>
                    <a:pt x="180416" y="883920"/>
                  </a:lnTo>
                  <a:lnTo>
                    <a:pt x="188087" y="883920"/>
                  </a:lnTo>
                  <a:lnTo>
                    <a:pt x="195541" y="886460"/>
                  </a:lnTo>
                  <a:lnTo>
                    <a:pt x="202184" y="891540"/>
                  </a:lnTo>
                  <a:lnTo>
                    <a:pt x="206717" y="897890"/>
                  </a:lnTo>
                  <a:lnTo>
                    <a:pt x="208915" y="904240"/>
                  </a:lnTo>
                  <a:lnTo>
                    <a:pt x="208711" y="910590"/>
                  </a:lnTo>
                  <a:lnTo>
                    <a:pt x="208673" y="911860"/>
                  </a:lnTo>
                  <a:lnTo>
                    <a:pt x="205930" y="919480"/>
                  </a:lnTo>
                  <a:lnTo>
                    <a:pt x="172402" y="977900"/>
                  </a:lnTo>
                  <a:lnTo>
                    <a:pt x="335203" y="1071880"/>
                  </a:lnTo>
                  <a:lnTo>
                    <a:pt x="364388" y="1021080"/>
                  </a:lnTo>
                  <a:lnTo>
                    <a:pt x="387769" y="1002030"/>
                  </a:lnTo>
                  <a:lnTo>
                    <a:pt x="395973" y="1003300"/>
                  </a:lnTo>
                  <a:lnTo>
                    <a:pt x="403110" y="1005840"/>
                  </a:lnTo>
                  <a:lnTo>
                    <a:pt x="408686" y="1012190"/>
                  </a:lnTo>
                  <a:lnTo>
                    <a:pt x="412305" y="1018540"/>
                  </a:lnTo>
                  <a:lnTo>
                    <a:pt x="413600" y="1026160"/>
                  </a:lnTo>
                  <a:lnTo>
                    <a:pt x="413600" y="1093470"/>
                  </a:lnTo>
                  <a:lnTo>
                    <a:pt x="601599" y="1093470"/>
                  </a:lnTo>
                  <a:lnTo>
                    <a:pt x="601599" y="1068070"/>
                  </a:lnTo>
                  <a:lnTo>
                    <a:pt x="808405" y="1150620"/>
                  </a:lnTo>
                  <a:lnTo>
                    <a:pt x="907021" y="1111250"/>
                  </a:lnTo>
                  <a:lnTo>
                    <a:pt x="1015187" y="1068070"/>
                  </a:lnTo>
                  <a:lnTo>
                    <a:pt x="1015187" y="778510"/>
                  </a:lnTo>
                  <a:lnTo>
                    <a:pt x="977595" y="763917"/>
                  </a:lnTo>
                  <a:lnTo>
                    <a:pt x="977595" y="803910"/>
                  </a:lnTo>
                  <a:lnTo>
                    <a:pt x="977595" y="1042670"/>
                  </a:lnTo>
                  <a:lnTo>
                    <a:pt x="808405" y="1111250"/>
                  </a:lnTo>
                  <a:lnTo>
                    <a:pt x="701865" y="1068070"/>
                  </a:lnTo>
                  <a:lnTo>
                    <a:pt x="670521" y="1055370"/>
                  </a:lnTo>
                  <a:lnTo>
                    <a:pt x="639191" y="1042670"/>
                  </a:lnTo>
                  <a:lnTo>
                    <a:pt x="639191" y="948690"/>
                  </a:lnTo>
                  <a:lnTo>
                    <a:pt x="639191" y="923290"/>
                  </a:lnTo>
                  <a:lnTo>
                    <a:pt x="639191" y="803910"/>
                  </a:lnTo>
                  <a:lnTo>
                    <a:pt x="719010" y="772160"/>
                  </a:lnTo>
                  <a:lnTo>
                    <a:pt x="808393" y="736600"/>
                  </a:lnTo>
                  <a:lnTo>
                    <a:pt x="977595" y="803910"/>
                  </a:lnTo>
                  <a:lnTo>
                    <a:pt x="977595" y="763917"/>
                  </a:lnTo>
                  <a:lnTo>
                    <a:pt x="939990" y="749300"/>
                  </a:lnTo>
                  <a:lnTo>
                    <a:pt x="939990" y="736600"/>
                  </a:lnTo>
                  <a:lnTo>
                    <a:pt x="939990" y="735330"/>
                  </a:lnTo>
                  <a:lnTo>
                    <a:pt x="940244" y="734060"/>
                  </a:lnTo>
                  <a:lnTo>
                    <a:pt x="944435" y="712470"/>
                  </a:lnTo>
                  <a:lnTo>
                    <a:pt x="956525" y="694690"/>
                  </a:lnTo>
                  <a:lnTo>
                    <a:pt x="974458" y="683260"/>
                  </a:lnTo>
                  <a:lnTo>
                    <a:pt x="996391" y="678180"/>
                  </a:lnTo>
                  <a:lnTo>
                    <a:pt x="1015187" y="678180"/>
                  </a:lnTo>
                  <a:lnTo>
                    <a:pt x="1015187" y="490220"/>
                  </a:lnTo>
                  <a:close/>
                </a:path>
              </a:pathLst>
            </a:custGeom>
            <a:solidFill>
              <a:srgbClr val="000000"/>
            </a:solidFill>
          </p:spPr>
          <p:txBody>
            <a:bodyPr wrap="square" lIns="0" tIns="0" rIns="0" bIns="0" rtlCol="0"/>
            <a:lstStyle/>
            <a:p>
              <a:endParaRPr/>
            </a:p>
          </p:txBody>
        </p:sp>
      </p:grpSp>
      <p:sp>
        <p:nvSpPr>
          <p:cNvPr id="18" name="object 18"/>
          <p:cNvSpPr/>
          <p:nvPr/>
        </p:nvSpPr>
        <p:spPr>
          <a:xfrm>
            <a:off x="10905996" y="5447557"/>
            <a:ext cx="878840" cy="877569"/>
          </a:xfrm>
          <a:custGeom>
            <a:avLst/>
            <a:gdLst/>
            <a:ahLst/>
            <a:cxnLst/>
            <a:rect l="l" t="t" r="r" b="b"/>
            <a:pathLst>
              <a:path w="878840" h="877570">
                <a:moveTo>
                  <a:pt x="439418" y="0"/>
                </a:moveTo>
                <a:lnTo>
                  <a:pt x="254399" y="0"/>
                </a:lnTo>
                <a:lnTo>
                  <a:pt x="227395" y="5443"/>
                </a:lnTo>
                <a:lnTo>
                  <a:pt x="205341" y="20286"/>
                </a:lnTo>
                <a:lnTo>
                  <a:pt x="190471" y="42299"/>
                </a:lnTo>
                <a:lnTo>
                  <a:pt x="185018" y="69255"/>
                </a:lnTo>
                <a:lnTo>
                  <a:pt x="185018" y="184681"/>
                </a:lnTo>
                <a:lnTo>
                  <a:pt x="115636" y="184681"/>
                </a:lnTo>
                <a:lnTo>
                  <a:pt x="70629" y="193754"/>
                </a:lnTo>
                <a:lnTo>
                  <a:pt x="33872" y="218493"/>
                </a:lnTo>
                <a:lnTo>
                  <a:pt x="9088" y="255184"/>
                </a:lnTo>
                <a:lnTo>
                  <a:pt x="0" y="300107"/>
                </a:lnTo>
                <a:lnTo>
                  <a:pt x="0" y="761818"/>
                </a:lnTo>
                <a:lnTo>
                  <a:pt x="9089" y="806743"/>
                </a:lnTo>
                <a:lnTo>
                  <a:pt x="33873" y="843433"/>
                </a:lnTo>
                <a:lnTo>
                  <a:pt x="70630" y="868172"/>
                </a:lnTo>
                <a:lnTo>
                  <a:pt x="115636" y="877244"/>
                </a:lnTo>
                <a:lnTo>
                  <a:pt x="763200" y="877244"/>
                </a:lnTo>
                <a:lnTo>
                  <a:pt x="808205" y="868172"/>
                </a:lnTo>
                <a:lnTo>
                  <a:pt x="844962" y="843433"/>
                </a:lnTo>
                <a:lnTo>
                  <a:pt x="853311" y="831073"/>
                </a:lnTo>
                <a:lnTo>
                  <a:pt x="115636" y="831073"/>
                </a:lnTo>
                <a:lnTo>
                  <a:pt x="88628" y="825632"/>
                </a:lnTo>
                <a:lnTo>
                  <a:pt x="66575" y="810790"/>
                </a:lnTo>
                <a:lnTo>
                  <a:pt x="51706" y="788777"/>
                </a:lnTo>
                <a:lnTo>
                  <a:pt x="46254" y="761818"/>
                </a:lnTo>
                <a:lnTo>
                  <a:pt x="46254" y="300107"/>
                </a:lnTo>
                <a:lnTo>
                  <a:pt x="51706" y="273151"/>
                </a:lnTo>
                <a:lnTo>
                  <a:pt x="66574" y="251137"/>
                </a:lnTo>
                <a:lnTo>
                  <a:pt x="88628" y="236294"/>
                </a:lnTo>
                <a:lnTo>
                  <a:pt x="115636" y="230851"/>
                </a:lnTo>
                <a:lnTo>
                  <a:pt x="208145" y="230851"/>
                </a:lnTo>
                <a:lnTo>
                  <a:pt x="217141" y="229038"/>
                </a:lnTo>
                <a:lnTo>
                  <a:pt x="224493" y="224092"/>
                </a:lnTo>
                <a:lnTo>
                  <a:pt x="229453" y="216754"/>
                </a:lnTo>
                <a:lnTo>
                  <a:pt x="231272" y="207766"/>
                </a:lnTo>
                <a:lnTo>
                  <a:pt x="231272" y="69255"/>
                </a:lnTo>
                <a:lnTo>
                  <a:pt x="233092" y="60275"/>
                </a:lnTo>
                <a:lnTo>
                  <a:pt x="238051" y="52937"/>
                </a:lnTo>
                <a:lnTo>
                  <a:pt x="245403" y="47986"/>
                </a:lnTo>
                <a:lnTo>
                  <a:pt x="254399" y="46170"/>
                </a:lnTo>
                <a:lnTo>
                  <a:pt x="504129" y="46170"/>
                </a:lnTo>
                <a:lnTo>
                  <a:pt x="503346" y="42299"/>
                </a:lnTo>
                <a:lnTo>
                  <a:pt x="488476" y="20286"/>
                </a:lnTo>
                <a:lnTo>
                  <a:pt x="466422" y="5443"/>
                </a:lnTo>
                <a:lnTo>
                  <a:pt x="439418" y="0"/>
                </a:lnTo>
                <a:close/>
              </a:path>
              <a:path w="878840" h="877570">
                <a:moveTo>
                  <a:pt x="504129" y="46170"/>
                </a:moveTo>
                <a:lnTo>
                  <a:pt x="439418" y="46170"/>
                </a:lnTo>
                <a:lnTo>
                  <a:pt x="448414" y="47986"/>
                </a:lnTo>
                <a:lnTo>
                  <a:pt x="455766" y="52937"/>
                </a:lnTo>
                <a:lnTo>
                  <a:pt x="460725" y="60275"/>
                </a:lnTo>
                <a:lnTo>
                  <a:pt x="462545" y="69255"/>
                </a:lnTo>
                <a:lnTo>
                  <a:pt x="462546" y="831073"/>
                </a:lnTo>
                <a:lnTo>
                  <a:pt x="508800" y="831073"/>
                </a:lnTo>
                <a:lnTo>
                  <a:pt x="508800" y="230851"/>
                </a:lnTo>
                <a:lnTo>
                  <a:pt x="853310" y="230851"/>
                </a:lnTo>
                <a:lnTo>
                  <a:pt x="844962" y="218493"/>
                </a:lnTo>
                <a:lnTo>
                  <a:pt x="808205" y="193754"/>
                </a:lnTo>
                <a:lnTo>
                  <a:pt x="763200" y="184681"/>
                </a:lnTo>
                <a:lnTo>
                  <a:pt x="508800" y="184681"/>
                </a:lnTo>
                <a:lnTo>
                  <a:pt x="508799" y="69255"/>
                </a:lnTo>
                <a:lnTo>
                  <a:pt x="504129" y="46170"/>
                </a:lnTo>
                <a:close/>
              </a:path>
              <a:path w="878840" h="877570">
                <a:moveTo>
                  <a:pt x="853310" y="230851"/>
                </a:moveTo>
                <a:lnTo>
                  <a:pt x="763200" y="230851"/>
                </a:lnTo>
                <a:lnTo>
                  <a:pt x="790204" y="236294"/>
                </a:lnTo>
                <a:lnTo>
                  <a:pt x="812258" y="251137"/>
                </a:lnTo>
                <a:lnTo>
                  <a:pt x="827129" y="273151"/>
                </a:lnTo>
                <a:lnTo>
                  <a:pt x="832582" y="300107"/>
                </a:lnTo>
                <a:lnTo>
                  <a:pt x="832582" y="761818"/>
                </a:lnTo>
                <a:lnTo>
                  <a:pt x="827129" y="788777"/>
                </a:lnTo>
                <a:lnTo>
                  <a:pt x="812259" y="810790"/>
                </a:lnTo>
                <a:lnTo>
                  <a:pt x="790205" y="825632"/>
                </a:lnTo>
                <a:lnTo>
                  <a:pt x="763200" y="831073"/>
                </a:lnTo>
                <a:lnTo>
                  <a:pt x="853311" y="831073"/>
                </a:lnTo>
                <a:lnTo>
                  <a:pt x="869747" y="806743"/>
                </a:lnTo>
                <a:lnTo>
                  <a:pt x="878837" y="761818"/>
                </a:lnTo>
                <a:lnTo>
                  <a:pt x="878836" y="300107"/>
                </a:lnTo>
                <a:lnTo>
                  <a:pt x="869747" y="255184"/>
                </a:lnTo>
                <a:lnTo>
                  <a:pt x="853310" y="230851"/>
                </a:lnTo>
                <a:close/>
              </a:path>
              <a:path w="878840" h="877570">
                <a:moveTo>
                  <a:pt x="208145" y="669470"/>
                </a:moveTo>
                <a:lnTo>
                  <a:pt x="115636" y="669470"/>
                </a:lnTo>
                <a:lnTo>
                  <a:pt x="115636" y="761818"/>
                </a:lnTo>
                <a:lnTo>
                  <a:pt x="208145" y="761818"/>
                </a:lnTo>
                <a:lnTo>
                  <a:pt x="208145" y="669470"/>
                </a:lnTo>
                <a:close/>
              </a:path>
              <a:path w="878840" h="877570">
                <a:moveTo>
                  <a:pt x="393164" y="669470"/>
                </a:moveTo>
                <a:lnTo>
                  <a:pt x="300654" y="669470"/>
                </a:lnTo>
                <a:lnTo>
                  <a:pt x="300655" y="761818"/>
                </a:lnTo>
                <a:lnTo>
                  <a:pt x="393164" y="761818"/>
                </a:lnTo>
                <a:lnTo>
                  <a:pt x="393164" y="669470"/>
                </a:lnTo>
                <a:close/>
              </a:path>
              <a:path w="878840" h="877570">
                <a:moveTo>
                  <a:pt x="716946" y="692555"/>
                </a:moveTo>
                <a:lnTo>
                  <a:pt x="624436" y="692555"/>
                </a:lnTo>
                <a:lnTo>
                  <a:pt x="615440" y="694371"/>
                </a:lnTo>
                <a:lnTo>
                  <a:pt x="608088" y="699323"/>
                </a:lnTo>
                <a:lnTo>
                  <a:pt x="603129" y="706663"/>
                </a:lnTo>
                <a:lnTo>
                  <a:pt x="601309" y="715648"/>
                </a:lnTo>
                <a:lnTo>
                  <a:pt x="603129" y="724631"/>
                </a:lnTo>
                <a:lnTo>
                  <a:pt x="608088" y="731969"/>
                </a:lnTo>
                <a:lnTo>
                  <a:pt x="615440" y="736918"/>
                </a:lnTo>
                <a:lnTo>
                  <a:pt x="624436" y="738733"/>
                </a:lnTo>
                <a:lnTo>
                  <a:pt x="716946" y="738733"/>
                </a:lnTo>
                <a:lnTo>
                  <a:pt x="725942" y="736918"/>
                </a:lnTo>
                <a:lnTo>
                  <a:pt x="733294" y="731969"/>
                </a:lnTo>
                <a:lnTo>
                  <a:pt x="738253" y="724631"/>
                </a:lnTo>
                <a:lnTo>
                  <a:pt x="740073" y="715648"/>
                </a:lnTo>
                <a:lnTo>
                  <a:pt x="738253" y="706663"/>
                </a:lnTo>
                <a:lnTo>
                  <a:pt x="733294" y="699323"/>
                </a:lnTo>
                <a:lnTo>
                  <a:pt x="725942" y="694371"/>
                </a:lnTo>
                <a:lnTo>
                  <a:pt x="716946" y="692555"/>
                </a:lnTo>
                <a:close/>
              </a:path>
              <a:path w="878840" h="877570">
                <a:moveTo>
                  <a:pt x="208145" y="484788"/>
                </a:moveTo>
                <a:lnTo>
                  <a:pt x="115636" y="484788"/>
                </a:lnTo>
                <a:lnTo>
                  <a:pt x="115636" y="577129"/>
                </a:lnTo>
                <a:lnTo>
                  <a:pt x="208145" y="577129"/>
                </a:lnTo>
                <a:lnTo>
                  <a:pt x="208145" y="484788"/>
                </a:lnTo>
                <a:close/>
              </a:path>
              <a:path w="878840" h="877570">
                <a:moveTo>
                  <a:pt x="393163" y="484788"/>
                </a:moveTo>
                <a:lnTo>
                  <a:pt x="300654" y="484788"/>
                </a:lnTo>
                <a:lnTo>
                  <a:pt x="300654" y="577129"/>
                </a:lnTo>
                <a:lnTo>
                  <a:pt x="393163" y="577129"/>
                </a:lnTo>
                <a:lnTo>
                  <a:pt x="393163" y="484788"/>
                </a:lnTo>
                <a:close/>
              </a:path>
              <a:path w="878840" h="877570">
                <a:moveTo>
                  <a:pt x="716945" y="507873"/>
                </a:moveTo>
                <a:lnTo>
                  <a:pt x="624436" y="507873"/>
                </a:lnTo>
                <a:lnTo>
                  <a:pt x="615440" y="509689"/>
                </a:lnTo>
                <a:lnTo>
                  <a:pt x="608088" y="514640"/>
                </a:lnTo>
                <a:lnTo>
                  <a:pt x="603128" y="521979"/>
                </a:lnTo>
                <a:lnTo>
                  <a:pt x="601309" y="530959"/>
                </a:lnTo>
                <a:lnTo>
                  <a:pt x="603128" y="539946"/>
                </a:lnTo>
                <a:lnTo>
                  <a:pt x="608088" y="547284"/>
                </a:lnTo>
                <a:lnTo>
                  <a:pt x="615440" y="552230"/>
                </a:lnTo>
                <a:lnTo>
                  <a:pt x="624436" y="554044"/>
                </a:lnTo>
                <a:lnTo>
                  <a:pt x="716945" y="554044"/>
                </a:lnTo>
                <a:lnTo>
                  <a:pt x="725942" y="552230"/>
                </a:lnTo>
                <a:lnTo>
                  <a:pt x="733293" y="547284"/>
                </a:lnTo>
                <a:lnTo>
                  <a:pt x="738253" y="539946"/>
                </a:lnTo>
                <a:lnTo>
                  <a:pt x="740073" y="530959"/>
                </a:lnTo>
                <a:lnTo>
                  <a:pt x="738253" y="521979"/>
                </a:lnTo>
                <a:lnTo>
                  <a:pt x="733293" y="514640"/>
                </a:lnTo>
                <a:lnTo>
                  <a:pt x="725942" y="509689"/>
                </a:lnTo>
                <a:lnTo>
                  <a:pt x="716945" y="507873"/>
                </a:lnTo>
                <a:close/>
              </a:path>
              <a:path w="878840" h="877570">
                <a:moveTo>
                  <a:pt x="208145" y="300107"/>
                </a:moveTo>
                <a:lnTo>
                  <a:pt x="115636" y="300107"/>
                </a:lnTo>
                <a:lnTo>
                  <a:pt x="115636" y="392447"/>
                </a:lnTo>
                <a:lnTo>
                  <a:pt x="208145" y="392447"/>
                </a:lnTo>
                <a:lnTo>
                  <a:pt x="208145" y="300107"/>
                </a:lnTo>
                <a:close/>
              </a:path>
              <a:path w="878840" h="877570">
                <a:moveTo>
                  <a:pt x="393163" y="300107"/>
                </a:moveTo>
                <a:lnTo>
                  <a:pt x="300654" y="300107"/>
                </a:lnTo>
                <a:lnTo>
                  <a:pt x="300654" y="392447"/>
                </a:lnTo>
                <a:lnTo>
                  <a:pt x="393163" y="392447"/>
                </a:lnTo>
                <a:lnTo>
                  <a:pt x="393163" y="300107"/>
                </a:lnTo>
                <a:close/>
              </a:path>
              <a:path w="878840" h="877570">
                <a:moveTo>
                  <a:pt x="716945" y="323192"/>
                </a:moveTo>
                <a:lnTo>
                  <a:pt x="624436" y="323192"/>
                </a:lnTo>
                <a:lnTo>
                  <a:pt x="615440" y="325008"/>
                </a:lnTo>
                <a:lnTo>
                  <a:pt x="608088" y="329959"/>
                </a:lnTo>
                <a:lnTo>
                  <a:pt x="603128" y="337297"/>
                </a:lnTo>
                <a:lnTo>
                  <a:pt x="601309" y="346277"/>
                </a:lnTo>
                <a:lnTo>
                  <a:pt x="603128" y="355265"/>
                </a:lnTo>
                <a:lnTo>
                  <a:pt x="608088" y="362603"/>
                </a:lnTo>
                <a:lnTo>
                  <a:pt x="615440" y="367549"/>
                </a:lnTo>
                <a:lnTo>
                  <a:pt x="624436" y="369362"/>
                </a:lnTo>
                <a:lnTo>
                  <a:pt x="716945" y="369362"/>
                </a:lnTo>
                <a:lnTo>
                  <a:pt x="725941" y="367549"/>
                </a:lnTo>
                <a:lnTo>
                  <a:pt x="733293" y="362603"/>
                </a:lnTo>
                <a:lnTo>
                  <a:pt x="738253" y="355265"/>
                </a:lnTo>
                <a:lnTo>
                  <a:pt x="740073" y="346277"/>
                </a:lnTo>
                <a:lnTo>
                  <a:pt x="738253" y="337297"/>
                </a:lnTo>
                <a:lnTo>
                  <a:pt x="733293" y="329959"/>
                </a:lnTo>
                <a:lnTo>
                  <a:pt x="725941" y="325008"/>
                </a:lnTo>
                <a:lnTo>
                  <a:pt x="716945" y="323192"/>
                </a:lnTo>
                <a:close/>
              </a:path>
              <a:path w="878840" h="877570">
                <a:moveTo>
                  <a:pt x="393163" y="115425"/>
                </a:moveTo>
                <a:lnTo>
                  <a:pt x="300654" y="115425"/>
                </a:lnTo>
                <a:lnTo>
                  <a:pt x="300654" y="207766"/>
                </a:lnTo>
                <a:lnTo>
                  <a:pt x="393163" y="207766"/>
                </a:lnTo>
                <a:lnTo>
                  <a:pt x="393163" y="115425"/>
                </a:lnTo>
                <a:close/>
              </a:path>
            </a:pathLst>
          </a:custGeom>
          <a:solidFill>
            <a:srgbClr val="000000"/>
          </a:solidFill>
        </p:spPr>
        <p:txBody>
          <a:bodyPr wrap="square" lIns="0" tIns="0" rIns="0" bIns="0" rtlCol="0"/>
          <a:lstStyle/>
          <a:p>
            <a:endParaRPr/>
          </a:p>
        </p:txBody>
      </p:sp>
      <p:sp>
        <p:nvSpPr>
          <p:cNvPr id="19" name="object 19"/>
          <p:cNvSpPr/>
          <p:nvPr/>
        </p:nvSpPr>
        <p:spPr>
          <a:xfrm>
            <a:off x="10822877" y="6775551"/>
            <a:ext cx="1259840" cy="2769870"/>
          </a:xfrm>
          <a:custGeom>
            <a:avLst/>
            <a:gdLst/>
            <a:ahLst/>
            <a:cxnLst/>
            <a:rect l="l" t="t" r="r" b="b"/>
            <a:pathLst>
              <a:path w="1259840" h="2769870">
                <a:moveTo>
                  <a:pt x="302564" y="559549"/>
                </a:moveTo>
                <a:lnTo>
                  <a:pt x="300901" y="551307"/>
                </a:lnTo>
                <a:lnTo>
                  <a:pt x="296354" y="544576"/>
                </a:lnTo>
                <a:lnTo>
                  <a:pt x="289636" y="540042"/>
                </a:lnTo>
                <a:lnTo>
                  <a:pt x="281381" y="538378"/>
                </a:lnTo>
                <a:lnTo>
                  <a:pt x="249948" y="538378"/>
                </a:lnTo>
                <a:lnTo>
                  <a:pt x="249948" y="506945"/>
                </a:lnTo>
                <a:lnTo>
                  <a:pt x="248285" y="498703"/>
                </a:lnTo>
                <a:lnTo>
                  <a:pt x="243751" y="491972"/>
                </a:lnTo>
                <a:lnTo>
                  <a:pt x="237020" y="487438"/>
                </a:lnTo>
                <a:lnTo>
                  <a:pt x="228777" y="485775"/>
                </a:lnTo>
                <a:lnTo>
                  <a:pt x="220535" y="487438"/>
                </a:lnTo>
                <a:lnTo>
                  <a:pt x="213804" y="491972"/>
                </a:lnTo>
                <a:lnTo>
                  <a:pt x="209270" y="498703"/>
                </a:lnTo>
                <a:lnTo>
                  <a:pt x="207606" y="506945"/>
                </a:lnTo>
                <a:lnTo>
                  <a:pt x="207606" y="538378"/>
                </a:lnTo>
                <a:lnTo>
                  <a:pt x="176174" y="538378"/>
                </a:lnTo>
                <a:lnTo>
                  <a:pt x="167932" y="540042"/>
                </a:lnTo>
                <a:lnTo>
                  <a:pt x="161201" y="544576"/>
                </a:lnTo>
                <a:lnTo>
                  <a:pt x="156654" y="551307"/>
                </a:lnTo>
                <a:lnTo>
                  <a:pt x="155003" y="559549"/>
                </a:lnTo>
                <a:lnTo>
                  <a:pt x="156654" y="567791"/>
                </a:lnTo>
                <a:lnTo>
                  <a:pt x="161201" y="574522"/>
                </a:lnTo>
                <a:lnTo>
                  <a:pt x="167932" y="579056"/>
                </a:lnTo>
                <a:lnTo>
                  <a:pt x="176174" y="580720"/>
                </a:lnTo>
                <a:lnTo>
                  <a:pt x="207606" y="580720"/>
                </a:lnTo>
                <a:lnTo>
                  <a:pt x="207606" y="612152"/>
                </a:lnTo>
                <a:lnTo>
                  <a:pt x="209270" y="620395"/>
                </a:lnTo>
                <a:lnTo>
                  <a:pt x="213804" y="627126"/>
                </a:lnTo>
                <a:lnTo>
                  <a:pt x="220535" y="631659"/>
                </a:lnTo>
                <a:lnTo>
                  <a:pt x="228777" y="633323"/>
                </a:lnTo>
                <a:lnTo>
                  <a:pt x="237020" y="631659"/>
                </a:lnTo>
                <a:lnTo>
                  <a:pt x="243751" y="627126"/>
                </a:lnTo>
                <a:lnTo>
                  <a:pt x="248285" y="620395"/>
                </a:lnTo>
                <a:lnTo>
                  <a:pt x="249948" y="612152"/>
                </a:lnTo>
                <a:lnTo>
                  <a:pt x="249948" y="580720"/>
                </a:lnTo>
                <a:lnTo>
                  <a:pt x="281381" y="580720"/>
                </a:lnTo>
                <a:lnTo>
                  <a:pt x="289636" y="579056"/>
                </a:lnTo>
                <a:lnTo>
                  <a:pt x="296354" y="574522"/>
                </a:lnTo>
                <a:lnTo>
                  <a:pt x="300901" y="567791"/>
                </a:lnTo>
                <a:lnTo>
                  <a:pt x="302564" y="559549"/>
                </a:lnTo>
                <a:close/>
              </a:path>
              <a:path w="1259840" h="2769870">
                <a:moveTo>
                  <a:pt x="370370" y="2306866"/>
                </a:moveTo>
                <a:lnTo>
                  <a:pt x="365734" y="2302230"/>
                </a:lnTo>
                <a:lnTo>
                  <a:pt x="349694" y="2302230"/>
                </a:lnTo>
                <a:lnTo>
                  <a:pt x="349694" y="2322919"/>
                </a:lnTo>
                <a:lnTo>
                  <a:pt x="349694" y="2365857"/>
                </a:lnTo>
                <a:lnTo>
                  <a:pt x="349694" y="2386292"/>
                </a:lnTo>
                <a:lnTo>
                  <a:pt x="349694" y="2535567"/>
                </a:lnTo>
                <a:lnTo>
                  <a:pt x="173723" y="2535567"/>
                </a:lnTo>
                <a:lnTo>
                  <a:pt x="173723" y="2386419"/>
                </a:lnTo>
                <a:lnTo>
                  <a:pt x="349694" y="2386292"/>
                </a:lnTo>
                <a:lnTo>
                  <a:pt x="349694" y="2365857"/>
                </a:lnTo>
                <a:lnTo>
                  <a:pt x="341325" y="2365718"/>
                </a:lnTo>
                <a:lnTo>
                  <a:pt x="328917" y="2365514"/>
                </a:lnTo>
                <a:lnTo>
                  <a:pt x="238175" y="2365514"/>
                </a:lnTo>
                <a:lnTo>
                  <a:pt x="173723" y="2365718"/>
                </a:lnTo>
                <a:lnTo>
                  <a:pt x="173723" y="2322919"/>
                </a:lnTo>
                <a:lnTo>
                  <a:pt x="349694" y="2322919"/>
                </a:lnTo>
                <a:lnTo>
                  <a:pt x="349694" y="2302230"/>
                </a:lnTo>
                <a:lnTo>
                  <a:pt x="157683" y="2302230"/>
                </a:lnTo>
                <a:lnTo>
                  <a:pt x="153060" y="2306866"/>
                </a:lnTo>
                <a:lnTo>
                  <a:pt x="153060" y="2551620"/>
                </a:lnTo>
                <a:lnTo>
                  <a:pt x="157683" y="2556256"/>
                </a:lnTo>
                <a:lnTo>
                  <a:pt x="365734" y="2556256"/>
                </a:lnTo>
                <a:lnTo>
                  <a:pt x="370370" y="2551620"/>
                </a:lnTo>
                <a:lnTo>
                  <a:pt x="370370" y="2535567"/>
                </a:lnTo>
                <a:lnTo>
                  <a:pt x="370370" y="2386266"/>
                </a:lnTo>
                <a:lnTo>
                  <a:pt x="370370" y="2365857"/>
                </a:lnTo>
                <a:lnTo>
                  <a:pt x="370370" y="2322919"/>
                </a:lnTo>
                <a:lnTo>
                  <a:pt x="370370" y="2306866"/>
                </a:lnTo>
                <a:close/>
              </a:path>
              <a:path w="1259840" h="2769870">
                <a:moveTo>
                  <a:pt x="370370" y="2021154"/>
                </a:moveTo>
                <a:lnTo>
                  <a:pt x="365734" y="2016518"/>
                </a:lnTo>
                <a:lnTo>
                  <a:pt x="349694" y="2016518"/>
                </a:lnTo>
                <a:lnTo>
                  <a:pt x="349694" y="2037219"/>
                </a:lnTo>
                <a:lnTo>
                  <a:pt x="349694" y="2080145"/>
                </a:lnTo>
                <a:lnTo>
                  <a:pt x="349694" y="2100580"/>
                </a:lnTo>
                <a:lnTo>
                  <a:pt x="349694" y="2249868"/>
                </a:lnTo>
                <a:lnTo>
                  <a:pt x="173723" y="2249868"/>
                </a:lnTo>
                <a:lnTo>
                  <a:pt x="173723" y="2100707"/>
                </a:lnTo>
                <a:lnTo>
                  <a:pt x="349694" y="2100580"/>
                </a:lnTo>
                <a:lnTo>
                  <a:pt x="349694" y="2080145"/>
                </a:lnTo>
                <a:lnTo>
                  <a:pt x="341414" y="2080006"/>
                </a:lnTo>
                <a:lnTo>
                  <a:pt x="328917" y="2079802"/>
                </a:lnTo>
                <a:lnTo>
                  <a:pt x="238963" y="2079802"/>
                </a:lnTo>
                <a:lnTo>
                  <a:pt x="173723" y="2080006"/>
                </a:lnTo>
                <a:lnTo>
                  <a:pt x="173723" y="2037219"/>
                </a:lnTo>
                <a:lnTo>
                  <a:pt x="349694" y="2037219"/>
                </a:lnTo>
                <a:lnTo>
                  <a:pt x="349694" y="2016518"/>
                </a:lnTo>
                <a:lnTo>
                  <a:pt x="157683" y="2016518"/>
                </a:lnTo>
                <a:lnTo>
                  <a:pt x="153060" y="2021154"/>
                </a:lnTo>
                <a:lnTo>
                  <a:pt x="153060" y="2265921"/>
                </a:lnTo>
                <a:lnTo>
                  <a:pt x="157683" y="2270556"/>
                </a:lnTo>
                <a:lnTo>
                  <a:pt x="365734" y="2270556"/>
                </a:lnTo>
                <a:lnTo>
                  <a:pt x="370370" y="2265921"/>
                </a:lnTo>
                <a:lnTo>
                  <a:pt x="370370" y="2249868"/>
                </a:lnTo>
                <a:lnTo>
                  <a:pt x="370370" y="2100554"/>
                </a:lnTo>
                <a:lnTo>
                  <a:pt x="370370" y="2080145"/>
                </a:lnTo>
                <a:lnTo>
                  <a:pt x="370370" y="2037219"/>
                </a:lnTo>
                <a:lnTo>
                  <a:pt x="370370" y="2021154"/>
                </a:lnTo>
                <a:close/>
              </a:path>
              <a:path w="1259840" h="2769870">
                <a:moveTo>
                  <a:pt x="609815" y="2470912"/>
                </a:moveTo>
                <a:lnTo>
                  <a:pt x="605193" y="2466289"/>
                </a:lnTo>
                <a:lnTo>
                  <a:pt x="599490" y="2466289"/>
                </a:lnTo>
                <a:lnTo>
                  <a:pt x="593775" y="2466289"/>
                </a:lnTo>
                <a:lnTo>
                  <a:pt x="589153" y="2470924"/>
                </a:lnTo>
                <a:lnTo>
                  <a:pt x="589153" y="2511920"/>
                </a:lnTo>
                <a:lnTo>
                  <a:pt x="593775" y="2516555"/>
                </a:lnTo>
                <a:lnTo>
                  <a:pt x="605193" y="2516555"/>
                </a:lnTo>
                <a:lnTo>
                  <a:pt x="609815" y="2511920"/>
                </a:lnTo>
                <a:lnTo>
                  <a:pt x="609815" y="2470912"/>
                </a:lnTo>
                <a:close/>
              </a:path>
              <a:path w="1259840" h="2769870">
                <a:moveTo>
                  <a:pt x="677278" y="2470912"/>
                </a:moveTo>
                <a:lnTo>
                  <a:pt x="672655" y="2466289"/>
                </a:lnTo>
                <a:lnTo>
                  <a:pt x="666953" y="2466289"/>
                </a:lnTo>
                <a:lnTo>
                  <a:pt x="661238" y="2466289"/>
                </a:lnTo>
                <a:lnTo>
                  <a:pt x="656615" y="2470924"/>
                </a:lnTo>
                <a:lnTo>
                  <a:pt x="656615" y="2511920"/>
                </a:lnTo>
                <a:lnTo>
                  <a:pt x="661238" y="2516555"/>
                </a:lnTo>
                <a:lnTo>
                  <a:pt x="672655" y="2516555"/>
                </a:lnTo>
                <a:lnTo>
                  <a:pt x="677278" y="2511920"/>
                </a:lnTo>
                <a:lnTo>
                  <a:pt x="677278" y="2470912"/>
                </a:lnTo>
                <a:close/>
              </a:path>
              <a:path w="1259840" h="2769870">
                <a:moveTo>
                  <a:pt x="838466" y="2210130"/>
                </a:moveTo>
                <a:lnTo>
                  <a:pt x="833831" y="2205494"/>
                </a:lnTo>
                <a:lnTo>
                  <a:pt x="817803" y="2205494"/>
                </a:lnTo>
                <a:lnTo>
                  <a:pt x="817803" y="2226183"/>
                </a:lnTo>
                <a:lnTo>
                  <a:pt x="817803" y="2275649"/>
                </a:lnTo>
                <a:lnTo>
                  <a:pt x="448640" y="2275649"/>
                </a:lnTo>
                <a:lnTo>
                  <a:pt x="448640" y="2226183"/>
                </a:lnTo>
                <a:lnTo>
                  <a:pt x="817803" y="2226183"/>
                </a:lnTo>
                <a:lnTo>
                  <a:pt x="817803" y="2205494"/>
                </a:lnTo>
                <a:lnTo>
                  <a:pt x="432600" y="2205494"/>
                </a:lnTo>
                <a:lnTo>
                  <a:pt x="427964" y="2210130"/>
                </a:lnTo>
                <a:lnTo>
                  <a:pt x="427964" y="2291702"/>
                </a:lnTo>
                <a:lnTo>
                  <a:pt x="432600" y="2296337"/>
                </a:lnTo>
                <a:lnTo>
                  <a:pt x="833831" y="2296337"/>
                </a:lnTo>
                <a:lnTo>
                  <a:pt x="838466" y="2291702"/>
                </a:lnTo>
                <a:lnTo>
                  <a:pt x="838466" y="2275649"/>
                </a:lnTo>
                <a:lnTo>
                  <a:pt x="838466" y="2226183"/>
                </a:lnTo>
                <a:lnTo>
                  <a:pt x="838466" y="2210130"/>
                </a:lnTo>
                <a:close/>
              </a:path>
              <a:path w="1259840" h="2769870">
                <a:moveTo>
                  <a:pt x="838479" y="2018068"/>
                </a:moveTo>
                <a:lnTo>
                  <a:pt x="833843" y="2013432"/>
                </a:lnTo>
                <a:lnTo>
                  <a:pt x="817791" y="2013432"/>
                </a:lnTo>
                <a:lnTo>
                  <a:pt x="817791" y="2034120"/>
                </a:lnTo>
                <a:lnTo>
                  <a:pt x="817791" y="2073325"/>
                </a:lnTo>
                <a:lnTo>
                  <a:pt x="817791" y="2094001"/>
                </a:lnTo>
                <a:lnTo>
                  <a:pt x="817791" y="2133193"/>
                </a:lnTo>
                <a:lnTo>
                  <a:pt x="707605" y="2133193"/>
                </a:lnTo>
                <a:lnTo>
                  <a:pt x="707605" y="2094001"/>
                </a:lnTo>
                <a:lnTo>
                  <a:pt x="817791" y="2094001"/>
                </a:lnTo>
                <a:lnTo>
                  <a:pt x="817791" y="2073325"/>
                </a:lnTo>
                <a:lnTo>
                  <a:pt x="707605" y="2073325"/>
                </a:lnTo>
                <a:lnTo>
                  <a:pt x="707605" y="2034120"/>
                </a:lnTo>
                <a:lnTo>
                  <a:pt x="817791" y="2034120"/>
                </a:lnTo>
                <a:lnTo>
                  <a:pt x="817791" y="2013432"/>
                </a:lnTo>
                <a:lnTo>
                  <a:pt x="686930" y="2013432"/>
                </a:lnTo>
                <a:lnTo>
                  <a:pt x="686930" y="2034120"/>
                </a:lnTo>
                <a:lnTo>
                  <a:pt x="686930" y="2073325"/>
                </a:lnTo>
                <a:lnTo>
                  <a:pt x="686930" y="2094001"/>
                </a:lnTo>
                <a:lnTo>
                  <a:pt x="686930" y="2133193"/>
                </a:lnTo>
                <a:lnTo>
                  <a:pt x="579501" y="2133193"/>
                </a:lnTo>
                <a:lnTo>
                  <a:pt x="579501" y="2094001"/>
                </a:lnTo>
                <a:lnTo>
                  <a:pt x="686930" y="2094001"/>
                </a:lnTo>
                <a:lnTo>
                  <a:pt x="686930" y="2073325"/>
                </a:lnTo>
                <a:lnTo>
                  <a:pt x="579501" y="2073325"/>
                </a:lnTo>
                <a:lnTo>
                  <a:pt x="579501" y="2034120"/>
                </a:lnTo>
                <a:lnTo>
                  <a:pt x="686930" y="2034120"/>
                </a:lnTo>
                <a:lnTo>
                  <a:pt x="686930" y="2013432"/>
                </a:lnTo>
                <a:lnTo>
                  <a:pt x="558825" y="2013432"/>
                </a:lnTo>
                <a:lnTo>
                  <a:pt x="558825" y="2034120"/>
                </a:lnTo>
                <a:lnTo>
                  <a:pt x="558825" y="2073325"/>
                </a:lnTo>
                <a:lnTo>
                  <a:pt x="558825" y="2094001"/>
                </a:lnTo>
                <a:lnTo>
                  <a:pt x="558825" y="2133193"/>
                </a:lnTo>
                <a:lnTo>
                  <a:pt x="448640" y="2133193"/>
                </a:lnTo>
                <a:lnTo>
                  <a:pt x="448640" y="2094001"/>
                </a:lnTo>
                <a:lnTo>
                  <a:pt x="558825" y="2094001"/>
                </a:lnTo>
                <a:lnTo>
                  <a:pt x="558825" y="2073325"/>
                </a:lnTo>
                <a:lnTo>
                  <a:pt x="448640" y="2073325"/>
                </a:lnTo>
                <a:lnTo>
                  <a:pt x="448640" y="2034120"/>
                </a:lnTo>
                <a:lnTo>
                  <a:pt x="558825" y="2034120"/>
                </a:lnTo>
                <a:lnTo>
                  <a:pt x="558825" y="2013432"/>
                </a:lnTo>
                <a:lnTo>
                  <a:pt x="432600" y="2013432"/>
                </a:lnTo>
                <a:lnTo>
                  <a:pt x="427964" y="2018068"/>
                </a:lnTo>
                <a:lnTo>
                  <a:pt x="427964" y="2149259"/>
                </a:lnTo>
                <a:lnTo>
                  <a:pt x="432587" y="2153894"/>
                </a:lnTo>
                <a:lnTo>
                  <a:pt x="833843" y="2153894"/>
                </a:lnTo>
                <a:lnTo>
                  <a:pt x="838479" y="2149259"/>
                </a:lnTo>
                <a:lnTo>
                  <a:pt x="838479" y="2133193"/>
                </a:lnTo>
                <a:lnTo>
                  <a:pt x="838479" y="2094001"/>
                </a:lnTo>
                <a:lnTo>
                  <a:pt x="838479" y="2073325"/>
                </a:lnTo>
                <a:lnTo>
                  <a:pt x="838479" y="2034120"/>
                </a:lnTo>
                <a:lnTo>
                  <a:pt x="838479" y="2018068"/>
                </a:lnTo>
                <a:close/>
              </a:path>
              <a:path w="1259840" h="2769870">
                <a:moveTo>
                  <a:pt x="911453" y="559549"/>
                </a:moveTo>
                <a:lnTo>
                  <a:pt x="909789" y="551307"/>
                </a:lnTo>
                <a:lnTo>
                  <a:pt x="905256" y="544576"/>
                </a:lnTo>
                <a:lnTo>
                  <a:pt x="898525" y="540042"/>
                </a:lnTo>
                <a:lnTo>
                  <a:pt x="890270" y="538378"/>
                </a:lnTo>
                <a:lnTo>
                  <a:pt x="785075" y="538378"/>
                </a:lnTo>
                <a:lnTo>
                  <a:pt x="776820" y="540042"/>
                </a:lnTo>
                <a:lnTo>
                  <a:pt x="770089" y="544576"/>
                </a:lnTo>
                <a:lnTo>
                  <a:pt x="765556" y="551307"/>
                </a:lnTo>
                <a:lnTo>
                  <a:pt x="763905" y="559549"/>
                </a:lnTo>
                <a:lnTo>
                  <a:pt x="765556" y="567791"/>
                </a:lnTo>
                <a:lnTo>
                  <a:pt x="770089" y="574522"/>
                </a:lnTo>
                <a:lnTo>
                  <a:pt x="776820" y="579056"/>
                </a:lnTo>
                <a:lnTo>
                  <a:pt x="785075" y="580720"/>
                </a:lnTo>
                <a:lnTo>
                  <a:pt x="890270" y="580720"/>
                </a:lnTo>
                <a:lnTo>
                  <a:pt x="898525" y="579056"/>
                </a:lnTo>
                <a:lnTo>
                  <a:pt x="905256" y="574522"/>
                </a:lnTo>
                <a:lnTo>
                  <a:pt x="909789" y="567791"/>
                </a:lnTo>
                <a:lnTo>
                  <a:pt x="911453" y="559549"/>
                </a:lnTo>
                <a:close/>
              </a:path>
              <a:path w="1259840" h="2769870">
                <a:moveTo>
                  <a:pt x="1048626" y="223774"/>
                </a:moveTo>
                <a:lnTo>
                  <a:pt x="1046975" y="215531"/>
                </a:lnTo>
                <a:lnTo>
                  <a:pt x="1042441" y="208800"/>
                </a:lnTo>
                <a:lnTo>
                  <a:pt x="1035710" y="204266"/>
                </a:lnTo>
                <a:lnTo>
                  <a:pt x="1027455" y="202603"/>
                </a:lnTo>
                <a:lnTo>
                  <a:pt x="1006271" y="202603"/>
                </a:lnTo>
                <a:lnTo>
                  <a:pt x="1006271" y="244944"/>
                </a:lnTo>
                <a:lnTo>
                  <a:pt x="1006271" y="349173"/>
                </a:lnTo>
                <a:lnTo>
                  <a:pt x="1006271" y="391515"/>
                </a:lnTo>
                <a:lnTo>
                  <a:pt x="1006271" y="869988"/>
                </a:lnTo>
                <a:lnTo>
                  <a:pt x="42341" y="869988"/>
                </a:lnTo>
                <a:lnTo>
                  <a:pt x="42341" y="391515"/>
                </a:lnTo>
                <a:lnTo>
                  <a:pt x="1006271" y="391515"/>
                </a:lnTo>
                <a:lnTo>
                  <a:pt x="1006271" y="349173"/>
                </a:lnTo>
                <a:lnTo>
                  <a:pt x="42341" y="349173"/>
                </a:lnTo>
                <a:lnTo>
                  <a:pt x="42341" y="244944"/>
                </a:lnTo>
                <a:lnTo>
                  <a:pt x="1006271" y="244944"/>
                </a:lnTo>
                <a:lnTo>
                  <a:pt x="1006271" y="202603"/>
                </a:lnTo>
                <a:lnTo>
                  <a:pt x="959256" y="202603"/>
                </a:lnTo>
                <a:lnTo>
                  <a:pt x="959256" y="149161"/>
                </a:lnTo>
                <a:lnTo>
                  <a:pt x="959256" y="127990"/>
                </a:lnTo>
                <a:lnTo>
                  <a:pt x="957592" y="119735"/>
                </a:lnTo>
                <a:lnTo>
                  <a:pt x="953058" y="113004"/>
                </a:lnTo>
                <a:lnTo>
                  <a:pt x="946327" y="108470"/>
                </a:lnTo>
                <a:lnTo>
                  <a:pt x="938072" y="106807"/>
                </a:lnTo>
                <a:lnTo>
                  <a:pt x="916889" y="106807"/>
                </a:lnTo>
                <a:lnTo>
                  <a:pt x="916889" y="149161"/>
                </a:lnTo>
                <a:lnTo>
                  <a:pt x="916889" y="202603"/>
                </a:lnTo>
                <a:lnTo>
                  <a:pt x="740600" y="202603"/>
                </a:lnTo>
                <a:lnTo>
                  <a:pt x="740600" y="149161"/>
                </a:lnTo>
                <a:lnTo>
                  <a:pt x="916889" y="149161"/>
                </a:lnTo>
                <a:lnTo>
                  <a:pt x="916889" y="106807"/>
                </a:lnTo>
                <a:lnTo>
                  <a:pt x="913295" y="106807"/>
                </a:lnTo>
                <a:lnTo>
                  <a:pt x="913295" y="82880"/>
                </a:lnTo>
                <a:lnTo>
                  <a:pt x="906640" y="50660"/>
                </a:lnTo>
                <a:lnTo>
                  <a:pt x="900925" y="42354"/>
                </a:lnTo>
                <a:lnTo>
                  <a:pt x="888504" y="24307"/>
                </a:lnTo>
                <a:lnTo>
                  <a:pt x="870927" y="12674"/>
                </a:lnTo>
                <a:lnTo>
                  <a:pt x="870927" y="82880"/>
                </a:lnTo>
                <a:lnTo>
                  <a:pt x="870927" y="106807"/>
                </a:lnTo>
                <a:lnTo>
                  <a:pt x="786561" y="106807"/>
                </a:lnTo>
                <a:lnTo>
                  <a:pt x="786561" y="82880"/>
                </a:lnTo>
                <a:lnTo>
                  <a:pt x="789876" y="67106"/>
                </a:lnTo>
                <a:lnTo>
                  <a:pt x="798931" y="54216"/>
                </a:lnTo>
                <a:lnTo>
                  <a:pt x="812355" y="45542"/>
                </a:lnTo>
                <a:lnTo>
                  <a:pt x="828776" y="42354"/>
                </a:lnTo>
                <a:lnTo>
                  <a:pt x="845159" y="45542"/>
                </a:lnTo>
                <a:lnTo>
                  <a:pt x="858570" y="54216"/>
                </a:lnTo>
                <a:lnTo>
                  <a:pt x="867613" y="67106"/>
                </a:lnTo>
                <a:lnTo>
                  <a:pt x="870927" y="82880"/>
                </a:lnTo>
                <a:lnTo>
                  <a:pt x="870927" y="12674"/>
                </a:lnTo>
                <a:lnTo>
                  <a:pt x="861644" y="6527"/>
                </a:lnTo>
                <a:lnTo>
                  <a:pt x="828776" y="0"/>
                </a:lnTo>
                <a:lnTo>
                  <a:pt x="795883" y="6527"/>
                </a:lnTo>
                <a:lnTo>
                  <a:pt x="768985" y="24307"/>
                </a:lnTo>
                <a:lnTo>
                  <a:pt x="750849" y="50660"/>
                </a:lnTo>
                <a:lnTo>
                  <a:pt x="744207" y="82880"/>
                </a:lnTo>
                <a:lnTo>
                  <a:pt x="744207" y="106807"/>
                </a:lnTo>
                <a:lnTo>
                  <a:pt x="719416" y="106807"/>
                </a:lnTo>
                <a:lnTo>
                  <a:pt x="711200" y="108470"/>
                </a:lnTo>
                <a:lnTo>
                  <a:pt x="704481" y="113004"/>
                </a:lnTo>
                <a:lnTo>
                  <a:pt x="699935" y="119735"/>
                </a:lnTo>
                <a:lnTo>
                  <a:pt x="698271" y="127990"/>
                </a:lnTo>
                <a:lnTo>
                  <a:pt x="698271" y="202603"/>
                </a:lnTo>
                <a:lnTo>
                  <a:pt x="350367" y="202603"/>
                </a:lnTo>
                <a:lnTo>
                  <a:pt x="350367" y="149161"/>
                </a:lnTo>
                <a:lnTo>
                  <a:pt x="350367" y="127990"/>
                </a:lnTo>
                <a:lnTo>
                  <a:pt x="348703" y="119735"/>
                </a:lnTo>
                <a:lnTo>
                  <a:pt x="344157" y="113004"/>
                </a:lnTo>
                <a:lnTo>
                  <a:pt x="337439" y="108470"/>
                </a:lnTo>
                <a:lnTo>
                  <a:pt x="329184" y="106807"/>
                </a:lnTo>
                <a:lnTo>
                  <a:pt x="308025" y="106807"/>
                </a:lnTo>
                <a:lnTo>
                  <a:pt x="308025" y="149161"/>
                </a:lnTo>
                <a:lnTo>
                  <a:pt x="308025" y="202603"/>
                </a:lnTo>
                <a:lnTo>
                  <a:pt x="131749" y="202603"/>
                </a:lnTo>
                <a:lnTo>
                  <a:pt x="131749" y="149161"/>
                </a:lnTo>
                <a:lnTo>
                  <a:pt x="308025" y="149161"/>
                </a:lnTo>
                <a:lnTo>
                  <a:pt x="308025" y="106807"/>
                </a:lnTo>
                <a:lnTo>
                  <a:pt x="304419" y="106807"/>
                </a:lnTo>
                <a:lnTo>
                  <a:pt x="304419" y="82880"/>
                </a:lnTo>
                <a:lnTo>
                  <a:pt x="297764" y="50660"/>
                </a:lnTo>
                <a:lnTo>
                  <a:pt x="292061" y="42354"/>
                </a:lnTo>
                <a:lnTo>
                  <a:pt x="279641" y="24307"/>
                </a:lnTo>
                <a:lnTo>
                  <a:pt x="262089" y="12712"/>
                </a:lnTo>
                <a:lnTo>
                  <a:pt x="262089" y="82880"/>
                </a:lnTo>
                <a:lnTo>
                  <a:pt x="262089" y="106807"/>
                </a:lnTo>
                <a:lnTo>
                  <a:pt x="177698" y="106807"/>
                </a:lnTo>
                <a:lnTo>
                  <a:pt x="177698" y="82880"/>
                </a:lnTo>
                <a:lnTo>
                  <a:pt x="181013" y="67106"/>
                </a:lnTo>
                <a:lnTo>
                  <a:pt x="190068" y="54216"/>
                </a:lnTo>
                <a:lnTo>
                  <a:pt x="203479" y="45542"/>
                </a:lnTo>
                <a:lnTo>
                  <a:pt x="219887" y="42354"/>
                </a:lnTo>
                <a:lnTo>
                  <a:pt x="236296" y="45542"/>
                </a:lnTo>
                <a:lnTo>
                  <a:pt x="249707" y="54216"/>
                </a:lnTo>
                <a:lnTo>
                  <a:pt x="258762" y="67106"/>
                </a:lnTo>
                <a:lnTo>
                  <a:pt x="262089" y="82880"/>
                </a:lnTo>
                <a:lnTo>
                  <a:pt x="262089" y="12712"/>
                </a:lnTo>
                <a:lnTo>
                  <a:pt x="252755" y="6527"/>
                </a:lnTo>
                <a:lnTo>
                  <a:pt x="219887" y="0"/>
                </a:lnTo>
                <a:lnTo>
                  <a:pt x="187007" y="6527"/>
                </a:lnTo>
                <a:lnTo>
                  <a:pt x="160134" y="24307"/>
                </a:lnTo>
                <a:lnTo>
                  <a:pt x="141998" y="50660"/>
                </a:lnTo>
                <a:lnTo>
                  <a:pt x="135343" y="82880"/>
                </a:lnTo>
                <a:lnTo>
                  <a:pt x="135343" y="106807"/>
                </a:lnTo>
                <a:lnTo>
                  <a:pt x="110578" y="106807"/>
                </a:lnTo>
                <a:lnTo>
                  <a:pt x="102336" y="108470"/>
                </a:lnTo>
                <a:lnTo>
                  <a:pt x="95605" y="113004"/>
                </a:lnTo>
                <a:lnTo>
                  <a:pt x="91071" y="119735"/>
                </a:lnTo>
                <a:lnTo>
                  <a:pt x="89408" y="127990"/>
                </a:lnTo>
                <a:lnTo>
                  <a:pt x="89408" y="202603"/>
                </a:lnTo>
                <a:lnTo>
                  <a:pt x="21170" y="202603"/>
                </a:lnTo>
                <a:lnTo>
                  <a:pt x="12928" y="204266"/>
                </a:lnTo>
                <a:lnTo>
                  <a:pt x="6197" y="208800"/>
                </a:lnTo>
                <a:lnTo>
                  <a:pt x="1663" y="215531"/>
                </a:lnTo>
                <a:lnTo>
                  <a:pt x="0" y="223774"/>
                </a:lnTo>
                <a:lnTo>
                  <a:pt x="0" y="891159"/>
                </a:lnTo>
                <a:lnTo>
                  <a:pt x="1663" y="899401"/>
                </a:lnTo>
                <a:lnTo>
                  <a:pt x="6197" y="906132"/>
                </a:lnTo>
                <a:lnTo>
                  <a:pt x="12928" y="910666"/>
                </a:lnTo>
                <a:lnTo>
                  <a:pt x="21170" y="912329"/>
                </a:lnTo>
                <a:lnTo>
                  <a:pt x="1027455" y="912329"/>
                </a:lnTo>
                <a:lnTo>
                  <a:pt x="1035710" y="910666"/>
                </a:lnTo>
                <a:lnTo>
                  <a:pt x="1042441" y="906132"/>
                </a:lnTo>
                <a:lnTo>
                  <a:pt x="1046975" y="899401"/>
                </a:lnTo>
                <a:lnTo>
                  <a:pt x="1048626" y="891159"/>
                </a:lnTo>
                <a:lnTo>
                  <a:pt x="1048626" y="869988"/>
                </a:lnTo>
                <a:lnTo>
                  <a:pt x="1048626" y="391515"/>
                </a:lnTo>
                <a:lnTo>
                  <a:pt x="1048626" y="349173"/>
                </a:lnTo>
                <a:lnTo>
                  <a:pt x="1048626" y="244944"/>
                </a:lnTo>
                <a:lnTo>
                  <a:pt x="1048626" y="223774"/>
                </a:lnTo>
                <a:close/>
              </a:path>
              <a:path w="1259840" h="2769870">
                <a:moveTo>
                  <a:pt x="1113370" y="2306866"/>
                </a:moveTo>
                <a:lnTo>
                  <a:pt x="1108710" y="2302230"/>
                </a:lnTo>
                <a:lnTo>
                  <a:pt x="1092746" y="2302230"/>
                </a:lnTo>
                <a:lnTo>
                  <a:pt x="1092746" y="2322919"/>
                </a:lnTo>
                <a:lnTo>
                  <a:pt x="1092746" y="2365718"/>
                </a:lnTo>
                <a:lnTo>
                  <a:pt x="1092746" y="2386419"/>
                </a:lnTo>
                <a:lnTo>
                  <a:pt x="1092746" y="2535567"/>
                </a:lnTo>
                <a:lnTo>
                  <a:pt x="916698" y="2535567"/>
                </a:lnTo>
                <a:lnTo>
                  <a:pt x="916698" y="2386266"/>
                </a:lnTo>
                <a:lnTo>
                  <a:pt x="1042454" y="2386266"/>
                </a:lnTo>
                <a:lnTo>
                  <a:pt x="1092746" y="2386419"/>
                </a:lnTo>
                <a:lnTo>
                  <a:pt x="1092746" y="2365718"/>
                </a:lnTo>
                <a:lnTo>
                  <a:pt x="1028293" y="2365514"/>
                </a:lnTo>
                <a:lnTo>
                  <a:pt x="937501" y="2365514"/>
                </a:lnTo>
                <a:lnTo>
                  <a:pt x="916698" y="2365857"/>
                </a:lnTo>
                <a:lnTo>
                  <a:pt x="916698" y="2322919"/>
                </a:lnTo>
                <a:lnTo>
                  <a:pt x="1092746" y="2322919"/>
                </a:lnTo>
                <a:lnTo>
                  <a:pt x="1092746" y="2302230"/>
                </a:lnTo>
                <a:lnTo>
                  <a:pt x="900734" y="2302230"/>
                </a:lnTo>
                <a:lnTo>
                  <a:pt x="896073" y="2306866"/>
                </a:lnTo>
                <a:lnTo>
                  <a:pt x="896073" y="2551620"/>
                </a:lnTo>
                <a:lnTo>
                  <a:pt x="900734" y="2556256"/>
                </a:lnTo>
                <a:lnTo>
                  <a:pt x="1108710" y="2556256"/>
                </a:lnTo>
                <a:lnTo>
                  <a:pt x="1113370" y="2551620"/>
                </a:lnTo>
                <a:lnTo>
                  <a:pt x="1113370" y="2535567"/>
                </a:lnTo>
                <a:lnTo>
                  <a:pt x="1113370" y="2386266"/>
                </a:lnTo>
                <a:lnTo>
                  <a:pt x="1113370" y="2365857"/>
                </a:lnTo>
                <a:lnTo>
                  <a:pt x="1113370" y="2365718"/>
                </a:lnTo>
                <a:lnTo>
                  <a:pt x="1113370" y="2322919"/>
                </a:lnTo>
                <a:lnTo>
                  <a:pt x="1113370" y="2306866"/>
                </a:lnTo>
                <a:close/>
              </a:path>
              <a:path w="1259840" h="2769870">
                <a:moveTo>
                  <a:pt x="1113370" y="2021154"/>
                </a:moveTo>
                <a:lnTo>
                  <a:pt x="1108710" y="2016518"/>
                </a:lnTo>
                <a:lnTo>
                  <a:pt x="1092746" y="2016518"/>
                </a:lnTo>
                <a:lnTo>
                  <a:pt x="1092746" y="2037219"/>
                </a:lnTo>
                <a:lnTo>
                  <a:pt x="1092746" y="2080006"/>
                </a:lnTo>
                <a:lnTo>
                  <a:pt x="1092746" y="2100707"/>
                </a:lnTo>
                <a:lnTo>
                  <a:pt x="1092746" y="2249868"/>
                </a:lnTo>
                <a:lnTo>
                  <a:pt x="916698" y="2249868"/>
                </a:lnTo>
                <a:lnTo>
                  <a:pt x="916698" y="2100554"/>
                </a:lnTo>
                <a:lnTo>
                  <a:pt x="1042454" y="2100554"/>
                </a:lnTo>
                <a:lnTo>
                  <a:pt x="1092746" y="2100707"/>
                </a:lnTo>
                <a:lnTo>
                  <a:pt x="1092746" y="2080006"/>
                </a:lnTo>
                <a:lnTo>
                  <a:pt x="1027506" y="2079802"/>
                </a:lnTo>
                <a:lnTo>
                  <a:pt x="937501" y="2079802"/>
                </a:lnTo>
                <a:lnTo>
                  <a:pt x="916698" y="2080145"/>
                </a:lnTo>
                <a:lnTo>
                  <a:pt x="916698" y="2037219"/>
                </a:lnTo>
                <a:lnTo>
                  <a:pt x="1092746" y="2037219"/>
                </a:lnTo>
                <a:lnTo>
                  <a:pt x="1092746" y="2016518"/>
                </a:lnTo>
                <a:lnTo>
                  <a:pt x="900734" y="2016518"/>
                </a:lnTo>
                <a:lnTo>
                  <a:pt x="896073" y="2021154"/>
                </a:lnTo>
                <a:lnTo>
                  <a:pt x="896073" y="2265921"/>
                </a:lnTo>
                <a:lnTo>
                  <a:pt x="900734" y="2270556"/>
                </a:lnTo>
                <a:lnTo>
                  <a:pt x="1108710" y="2270556"/>
                </a:lnTo>
                <a:lnTo>
                  <a:pt x="1113370" y="2265921"/>
                </a:lnTo>
                <a:lnTo>
                  <a:pt x="1113370" y="2249868"/>
                </a:lnTo>
                <a:lnTo>
                  <a:pt x="1113370" y="2100554"/>
                </a:lnTo>
                <a:lnTo>
                  <a:pt x="1113370" y="2080145"/>
                </a:lnTo>
                <a:lnTo>
                  <a:pt x="1113370" y="2080006"/>
                </a:lnTo>
                <a:lnTo>
                  <a:pt x="1113370" y="2037219"/>
                </a:lnTo>
                <a:lnTo>
                  <a:pt x="1113370" y="2021154"/>
                </a:lnTo>
                <a:close/>
              </a:path>
              <a:path w="1259840" h="2769870">
                <a:moveTo>
                  <a:pt x="1259801" y="2616987"/>
                </a:moveTo>
                <a:lnTo>
                  <a:pt x="1255141" y="2604287"/>
                </a:lnTo>
                <a:lnTo>
                  <a:pt x="1239075" y="2604287"/>
                </a:lnTo>
                <a:lnTo>
                  <a:pt x="1239075" y="2629687"/>
                </a:lnTo>
                <a:lnTo>
                  <a:pt x="1239075" y="2756687"/>
                </a:lnTo>
                <a:lnTo>
                  <a:pt x="27305" y="2756687"/>
                </a:lnTo>
                <a:lnTo>
                  <a:pt x="27305" y="2629687"/>
                </a:lnTo>
                <a:lnTo>
                  <a:pt x="1239075" y="2629687"/>
                </a:lnTo>
                <a:lnTo>
                  <a:pt x="1239075" y="2604287"/>
                </a:lnTo>
                <a:lnTo>
                  <a:pt x="1194968" y="2604287"/>
                </a:lnTo>
                <a:lnTo>
                  <a:pt x="1194968" y="1981987"/>
                </a:lnTo>
                <a:lnTo>
                  <a:pt x="1194968" y="1956587"/>
                </a:lnTo>
                <a:lnTo>
                  <a:pt x="1174242" y="1956587"/>
                </a:lnTo>
                <a:lnTo>
                  <a:pt x="1174242" y="1981987"/>
                </a:lnTo>
                <a:lnTo>
                  <a:pt x="1174242" y="2604287"/>
                </a:lnTo>
                <a:lnTo>
                  <a:pt x="764527" y="2604287"/>
                </a:lnTo>
                <a:lnTo>
                  <a:pt x="764527" y="2451887"/>
                </a:lnTo>
                <a:lnTo>
                  <a:pt x="754443" y="2401087"/>
                </a:lnTo>
                <a:lnTo>
                  <a:pt x="743864" y="2386431"/>
                </a:lnTo>
                <a:lnTo>
                  <a:pt x="743864" y="2451887"/>
                </a:lnTo>
                <a:lnTo>
                  <a:pt x="743864" y="2604287"/>
                </a:lnTo>
                <a:lnTo>
                  <a:pt x="643547" y="2604287"/>
                </a:lnTo>
                <a:lnTo>
                  <a:pt x="643547" y="2350287"/>
                </a:lnTo>
                <a:lnTo>
                  <a:pt x="682815" y="2362987"/>
                </a:lnTo>
                <a:lnTo>
                  <a:pt x="714679" y="2388387"/>
                </a:lnTo>
                <a:lnTo>
                  <a:pt x="736053" y="2413787"/>
                </a:lnTo>
                <a:lnTo>
                  <a:pt x="743864" y="2451887"/>
                </a:lnTo>
                <a:lnTo>
                  <a:pt x="743864" y="2386431"/>
                </a:lnTo>
                <a:lnTo>
                  <a:pt x="726960" y="2362987"/>
                </a:lnTo>
                <a:lnTo>
                  <a:pt x="706589" y="2350287"/>
                </a:lnTo>
                <a:lnTo>
                  <a:pt x="686219" y="2337587"/>
                </a:lnTo>
                <a:lnTo>
                  <a:pt x="636409" y="2324887"/>
                </a:lnTo>
                <a:lnTo>
                  <a:pt x="630021" y="2324887"/>
                </a:lnTo>
                <a:lnTo>
                  <a:pt x="622884" y="2326716"/>
                </a:lnTo>
                <a:lnTo>
                  <a:pt x="622884" y="2350287"/>
                </a:lnTo>
                <a:lnTo>
                  <a:pt x="622884" y="2604287"/>
                </a:lnTo>
                <a:lnTo>
                  <a:pt x="522566" y="2604287"/>
                </a:lnTo>
                <a:lnTo>
                  <a:pt x="522566" y="2451887"/>
                </a:lnTo>
                <a:lnTo>
                  <a:pt x="530377" y="2413787"/>
                </a:lnTo>
                <a:lnTo>
                  <a:pt x="551751" y="2388387"/>
                </a:lnTo>
                <a:lnTo>
                  <a:pt x="583615" y="2362987"/>
                </a:lnTo>
                <a:lnTo>
                  <a:pt x="622884" y="2350287"/>
                </a:lnTo>
                <a:lnTo>
                  <a:pt x="622884" y="2326716"/>
                </a:lnTo>
                <a:lnTo>
                  <a:pt x="580199" y="2337587"/>
                </a:lnTo>
                <a:lnTo>
                  <a:pt x="539470" y="2362987"/>
                </a:lnTo>
                <a:lnTo>
                  <a:pt x="511975" y="2401087"/>
                </a:lnTo>
                <a:lnTo>
                  <a:pt x="501891" y="2451887"/>
                </a:lnTo>
                <a:lnTo>
                  <a:pt x="501891" y="2604287"/>
                </a:lnTo>
                <a:lnTo>
                  <a:pt x="92138" y="2604287"/>
                </a:lnTo>
                <a:lnTo>
                  <a:pt x="92138" y="1981987"/>
                </a:lnTo>
                <a:lnTo>
                  <a:pt x="1174242" y="1981987"/>
                </a:lnTo>
                <a:lnTo>
                  <a:pt x="1174242" y="1956587"/>
                </a:lnTo>
                <a:lnTo>
                  <a:pt x="1087996" y="1956587"/>
                </a:lnTo>
                <a:lnTo>
                  <a:pt x="1087996" y="1854987"/>
                </a:lnTo>
                <a:lnTo>
                  <a:pt x="1087996" y="1829587"/>
                </a:lnTo>
                <a:lnTo>
                  <a:pt x="1067358" y="1829587"/>
                </a:lnTo>
                <a:lnTo>
                  <a:pt x="1067358" y="1854987"/>
                </a:lnTo>
                <a:lnTo>
                  <a:pt x="1067358" y="1956587"/>
                </a:lnTo>
                <a:lnTo>
                  <a:pt x="1039647" y="1956587"/>
                </a:lnTo>
                <a:lnTo>
                  <a:pt x="1039647" y="1918487"/>
                </a:lnTo>
                <a:lnTo>
                  <a:pt x="1036281" y="1905787"/>
                </a:lnTo>
                <a:lnTo>
                  <a:pt x="1027137" y="1893087"/>
                </a:lnTo>
                <a:lnTo>
                  <a:pt x="1018921" y="1885391"/>
                </a:lnTo>
                <a:lnTo>
                  <a:pt x="1018921" y="1918487"/>
                </a:lnTo>
                <a:lnTo>
                  <a:pt x="1018921" y="1956587"/>
                </a:lnTo>
                <a:lnTo>
                  <a:pt x="973429" y="1956587"/>
                </a:lnTo>
                <a:lnTo>
                  <a:pt x="973429" y="1918487"/>
                </a:lnTo>
                <a:lnTo>
                  <a:pt x="975144" y="1905787"/>
                </a:lnTo>
                <a:lnTo>
                  <a:pt x="979843" y="1905787"/>
                </a:lnTo>
                <a:lnTo>
                  <a:pt x="986790" y="1893087"/>
                </a:lnTo>
                <a:lnTo>
                  <a:pt x="1005560" y="1893087"/>
                </a:lnTo>
                <a:lnTo>
                  <a:pt x="1012507" y="1905787"/>
                </a:lnTo>
                <a:lnTo>
                  <a:pt x="1017193" y="1905787"/>
                </a:lnTo>
                <a:lnTo>
                  <a:pt x="1018921" y="1918487"/>
                </a:lnTo>
                <a:lnTo>
                  <a:pt x="1018921" y="1885391"/>
                </a:lnTo>
                <a:lnTo>
                  <a:pt x="1013599" y="1880387"/>
                </a:lnTo>
                <a:lnTo>
                  <a:pt x="978750" y="1880387"/>
                </a:lnTo>
                <a:lnTo>
                  <a:pt x="965212" y="1893087"/>
                </a:lnTo>
                <a:lnTo>
                  <a:pt x="956068" y="1905787"/>
                </a:lnTo>
                <a:lnTo>
                  <a:pt x="952703" y="1918487"/>
                </a:lnTo>
                <a:lnTo>
                  <a:pt x="952703" y="1956587"/>
                </a:lnTo>
                <a:lnTo>
                  <a:pt x="918603" y="1956587"/>
                </a:lnTo>
                <a:lnTo>
                  <a:pt x="918603" y="1918487"/>
                </a:lnTo>
                <a:lnTo>
                  <a:pt x="915250" y="1905787"/>
                </a:lnTo>
                <a:lnTo>
                  <a:pt x="906132" y="1893087"/>
                </a:lnTo>
                <a:lnTo>
                  <a:pt x="897966" y="1885429"/>
                </a:lnTo>
                <a:lnTo>
                  <a:pt x="897966" y="1918487"/>
                </a:lnTo>
                <a:lnTo>
                  <a:pt x="897966" y="1956587"/>
                </a:lnTo>
                <a:lnTo>
                  <a:pt x="852411" y="1956587"/>
                </a:lnTo>
                <a:lnTo>
                  <a:pt x="852411" y="1918487"/>
                </a:lnTo>
                <a:lnTo>
                  <a:pt x="854138" y="1905787"/>
                </a:lnTo>
                <a:lnTo>
                  <a:pt x="858837" y="1905787"/>
                </a:lnTo>
                <a:lnTo>
                  <a:pt x="865797" y="1893087"/>
                </a:lnTo>
                <a:lnTo>
                  <a:pt x="884567" y="1893087"/>
                </a:lnTo>
                <a:lnTo>
                  <a:pt x="891540" y="1905787"/>
                </a:lnTo>
                <a:lnTo>
                  <a:pt x="896239" y="1905787"/>
                </a:lnTo>
                <a:lnTo>
                  <a:pt x="897966" y="1918487"/>
                </a:lnTo>
                <a:lnTo>
                  <a:pt x="897966" y="1885429"/>
                </a:lnTo>
                <a:lnTo>
                  <a:pt x="892594" y="1880387"/>
                </a:lnTo>
                <a:lnTo>
                  <a:pt x="857770" y="1880387"/>
                </a:lnTo>
                <a:lnTo>
                  <a:pt x="844232" y="1893087"/>
                </a:lnTo>
                <a:lnTo>
                  <a:pt x="835101" y="1905787"/>
                </a:lnTo>
                <a:lnTo>
                  <a:pt x="831761" y="1918487"/>
                </a:lnTo>
                <a:lnTo>
                  <a:pt x="831761" y="1956587"/>
                </a:lnTo>
                <a:lnTo>
                  <a:pt x="797648" y="1956587"/>
                </a:lnTo>
                <a:lnTo>
                  <a:pt x="797648" y="1918487"/>
                </a:lnTo>
                <a:lnTo>
                  <a:pt x="794308" y="1905787"/>
                </a:lnTo>
                <a:lnTo>
                  <a:pt x="785164" y="1893087"/>
                </a:lnTo>
                <a:lnTo>
                  <a:pt x="776973" y="1885403"/>
                </a:lnTo>
                <a:lnTo>
                  <a:pt x="776973" y="1918487"/>
                </a:lnTo>
                <a:lnTo>
                  <a:pt x="776973" y="1956587"/>
                </a:lnTo>
                <a:lnTo>
                  <a:pt x="731431" y="1956587"/>
                </a:lnTo>
                <a:lnTo>
                  <a:pt x="731431" y="1918487"/>
                </a:lnTo>
                <a:lnTo>
                  <a:pt x="733145" y="1905787"/>
                </a:lnTo>
                <a:lnTo>
                  <a:pt x="737844" y="1905787"/>
                </a:lnTo>
                <a:lnTo>
                  <a:pt x="744816" y="1893087"/>
                </a:lnTo>
                <a:lnTo>
                  <a:pt x="763587" y="1893087"/>
                </a:lnTo>
                <a:lnTo>
                  <a:pt x="770547" y="1905787"/>
                </a:lnTo>
                <a:lnTo>
                  <a:pt x="775246" y="1905787"/>
                </a:lnTo>
                <a:lnTo>
                  <a:pt x="776973" y="1918487"/>
                </a:lnTo>
                <a:lnTo>
                  <a:pt x="776973" y="1885403"/>
                </a:lnTo>
                <a:lnTo>
                  <a:pt x="771639" y="1880387"/>
                </a:lnTo>
                <a:lnTo>
                  <a:pt x="736777" y="1880387"/>
                </a:lnTo>
                <a:lnTo>
                  <a:pt x="723252" y="1893087"/>
                </a:lnTo>
                <a:lnTo>
                  <a:pt x="714121" y="1905787"/>
                </a:lnTo>
                <a:lnTo>
                  <a:pt x="710768" y="1918487"/>
                </a:lnTo>
                <a:lnTo>
                  <a:pt x="710768" y="1956587"/>
                </a:lnTo>
                <a:lnTo>
                  <a:pt x="676668" y="1956587"/>
                </a:lnTo>
                <a:lnTo>
                  <a:pt x="676668" y="1918487"/>
                </a:lnTo>
                <a:lnTo>
                  <a:pt x="673315" y="1905787"/>
                </a:lnTo>
                <a:lnTo>
                  <a:pt x="664184" y="1893087"/>
                </a:lnTo>
                <a:lnTo>
                  <a:pt x="655993" y="1885403"/>
                </a:lnTo>
                <a:lnTo>
                  <a:pt x="655993" y="1918487"/>
                </a:lnTo>
                <a:lnTo>
                  <a:pt x="655993" y="1956587"/>
                </a:lnTo>
                <a:lnTo>
                  <a:pt x="610450" y="1956587"/>
                </a:lnTo>
                <a:lnTo>
                  <a:pt x="610450" y="1918487"/>
                </a:lnTo>
                <a:lnTo>
                  <a:pt x="612178" y="1905787"/>
                </a:lnTo>
                <a:lnTo>
                  <a:pt x="616877" y="1905787"/>
                </a:lnTo>
                <a:lnTo>
                  <a:pt x="623836" y="1893087"/>
                </a:lnTo>
                <a:lnTo>
                  <a:pt x="642607" y="1893087"/>
                </a:lnTo>
                <a:lnTo>
                  <a:pt x="649566" y="1905787"/>
                </a:lnTo>
                <a:lnTo>
                  <a:pt x="654265" y="1905787"/>
                </a:lnTo>
                <a:lnTo>
                  <a:pt x="655993" y="1918487"/>
                </a:lnTo>
                <a:lnTo>
                  <a:pt x="655993" y="1885403"/>
                </a:lnTo>
                <a:lnTo>
                  <a:pt x="650659" y="1880387"/>
                </a:lnTo>
                <a:lnTo>
                  <a:pt x="615810" y="1880387"/>
                </a:lnTo>
                <a:lnTo>
                  <a:pt x="602272" y="1893087"/>
                </a:lnTo>
                <a:lnTo>
                  <a:pt x="593140" y="1905787"/>
                </a:lnTo>
                <a:lnTo>
                  <a:pt x="589788" y="1918487"/>
                </a:lnTo>
                <a:lnTo>
                  <a:pt x="589788" y="1956587"/>
                </a:lnTo>
                <a:lnTo>
                  <a:pt x="555701" y="1956587"/>
                </a:lnTo>
                <a:lnTo>
                  <a:pt x="555701" y="1918487"/>
                </a:lnTo>
                <a:lnTo>
                  <a:pt x="552348" y="1905787"/>
                </a:lnTo>
                <a:lnTo>
                  <a:pt x="543217" y="1893087"/>
                </a:lnTo>
                <a:lnTo>
                  <a:pt x="535000" y="1885391"/>
                </a:lnTo>
                <a:lnTo>
                  <a:pt x="535000" y="1918487"/>
                </a:lnTo>
                <a:lnTo>
                  <a:pt x="535000" y="1956587"/>
                </a:lnTo>
                <a:lnTo>
                  <a:pt x="489458" y="1956587"/>
                </a:lnTo>
                <a:lnTo>
                  <a:pt x="489458" y="1918487"/>
                </a:lnTo>
                <a:lnTo>
                  <a:pt x="491185" y="1905787"/>
                </a:lnTo>
                <a:lnTo>
                  <a:pt x="495884" y="1905787"/>
                </a:lnTo>
                <a:lnTo>
                  <a:pt x="502843" y="1893087"/>
                </a:lnTo>
                <a:lnTo>
                  <a:pt x="521614" y="1893087"/>
                </a:lnTo>
                <a:lnTo>
                  <a:pt x="528574" y="1905787"/>
                </a:lnTo>
                <a:lnTo>
                  <a:pt x="533273" y="1905787"/>
                </a:lnTo>
                <a:lnTo>
                  <a:pt x="535000" y="1918487"/>
                </a:lnTo>
                <a:lnTo>
                  <a:pt x="535000" y="1885391"/>
                </a:lnTo>
                <a:lnTo>
                  <a:pt x="529678" y="1880387"/>
                </a:lnTo>
                <a:lnTo>
                  <a:pt x="494830" y="1880387"/>
                </a:lnTo>
                <a:lnTo>
                  <a:pt x="481291" y="1893087"/>
                </a:lnTo>
                <a:lnTo>
                  <a:pt x="472160" y="1905787"/>
                </a:lnTo>
                <a:lnTo>
                  <a:pt x="468807" y="1918487"/>
                </a:lnTo>
                <a:lnTo>
                  <a:pt x="468807" y="1956587"/>
                </a:lnTo>
                <a:lnTo>
                  <a:pt x="434708" y="1956587"/>
                </a:lnTo>
                <a:lnTo>
                  <a:pt x="434708" y="1918487"/>
                </a:lnTo>
                <a:lnTo>
                  <a:pt x="431355" y="1905787"/>
                </a:lnTo>
                <a:lnTo>
                  <a:pt x="422224" y="1893087"/>
                </a:lnTo>
                <a:lnTo>
                  <a:pt x="414020" y="1885391"/>
                </a:lnTo>
                <a:lnTo>
                  <a:pt x="414020" y="1918487"/>
                </a:lnTo>
                <a:lnTo>
                  <a:pt x="414020" y="1956587"/>
                </a:lnTo>
                <a:lnTo>
                  <a:pt x="368465" y="1956587"/>
                </a:lnTo>
                <a:lnTo>
                  <a:pt x="368465" y="1918487"/>
                </a:lnTo>
                <a:lnTo>
                  <a:pt x="370192" y="1905787"/>
                </a:lnTo>
                <a:lnTo>
                  <a:pt x="374891" y="1905787"/>
                </a:lnTo>
                <a:lnTo>
                  <a:pt x="381850" y="1893087"/>
                </a:lnTo>
                <a:lnTo>
                  <a:pt x="400634" y="1893087"/>
                </a:lnTo>
                <a:lnTo>
                  <a:pt x="407593" y="1905787"/>
                </a:lnTo>
                <a:lnTo>
                  <a:pt x="412292" y="1905787"/>
                </a:lnTo>
                <a:lnTo>
                  <a:pt x="414020" y="1918487"/>
                </a:lnTo>
                <a:lnTo>
                  <a:pt x="414020" y="1885391"/>
                </a:lnTo>
                <a:lnTo>
                  <a:pt x="408686" y="1880387"/>
                </a:lnTo>
                <a:lnTo>
                  <a:pt x="373837" y="1880387"/>
                </a:lnTo>
                <a:lnTo>
                  <a:pt x="360311" y="1893087"/>
                </a:lnTo>
                <a:lnTo>
                  <a:pt x="351180" y="1905787"/>
                </a:lnTo>
                <a:lnTo>
                  <a:pt x="347827" y="1918487"/>
                </a:lnTo>
                <a:lnTo>
                  <a:pt x="347827" y="1956587"/>
                </a:lnTo>
                <a:lnTo>
                  <a:pt x="313728" y="1956587"/>
                </a:lnTo>
                <a:lnTo>
                  <a:pt x="313728" y="1918487"/>
                </a:lnTo>
                <a:lnTo>
                  <a:pt x="310375" y="1905787"/>
                </a:lnTo>
                <a:lnTo>
                  <a:pt x="301244" y="1893087"/>
                </a:lnTo>
                <a:lnTo>
                  <a:pt x="293027" y="1885378"/>
                </a:lnTo>
                <a:lnTo>
                  <a:pt x="293027" y="1918487"/>
                </a:lnTo>
                <a:lnTo>
                  <a:pt x="293027" y="1956587"/>
                </a:lnTo>
                <a:lnTo>
                  <a:pt x="247484" y="1956587"/>
                </a:lnTo>
                <a:lnTo>
                  <a:pt x="247484" y="1918487"/>
                </a:lnTo>
                <a:lnTo>
                  <a:pt x="249212" y="1905787"/>
                </a:lnTo>
                <a:lnTo>
                  <a:pt x="253911" y="1905787"/>
                </a:lnTo>
                <a:lnTo>
                  <a:pt x="260870" y="1893087"/>
                </a:lnTo>
                <a:lnTo>
                  <a:pt x="279641" y="1893087"/>
                </a:lnTo>
                <a:lnTo>
                  <a:pt x="286600" y="1905787"/>
                </a:lnTo>
                <a:lnTo>
                  <a:pt x="291299" y="1905787"/>
                </a:lnTo>
                <a:lnTo>
                  <a:pt x="293027" y="1918487"/>
                </a:lnTo>
                <a:lnTo>
                  <a:pt x="293027" y="1885378"/>
                </a:lnTo>
                <a:lnTo>
                  <a:pt x="287718" y="1880387"/>
                </a:lnTo>
                <a:lnTo>
                  <a:pt x="252857" y="1880387"/>
                </a:lnTo>
                <a:lnTo>
                  <a:pt x="239331" y="1893087"/>
                </a:lnTo>
                <a:lnTo>
                  <a:pt x="230187" y="1905787"/>
                </a:lnTo>
                <a:lnTo>
                  <a:pt x="226847" y="1918487"/>
                </a:lnTo>
                <a:lnTo>
                  <a:pt x="226847" y="1956587"/>
                </a:lnTo>
                <a:lnTo>
                  <a:pt x="199123" y="1956587"/>
                </a:lnTo>
                <a:lnTo>
                  <a:pt x="199123" y="1854987"/>
                </a:lnTo>
                <a:lnTo>
                  <a:pt x="1067358" y="1854987"/>
                </a:lnTo>
                <a:lnTo>
                  <a:pt x="1067358" y="1829587"/>
                </a:lnTo>
                <a:lnTo>
                  <a:pt x="979385" y="1829587"/>
                </a:lnTo>
                <a:lnTo>
                  <a:pt x="970737" y="1816887"/>
                </a:lnTo>
                <a:lnTo>
                  <a:pt x="956589" y="1793582"/>
                </a:lnTo>
                <a:lnTo>
                  <a:pt x="956589" y="1829587"/>
                </a:lnTo>
                <a:lnTo>
                  <a:pt x="309803" y="1829587"/>
                </a:lnTo>
                <a:lnTo>
                  <a:pt x="320649" y="1816887"/>
                </a:lnTo>
                <a:lnTo>
                  <a:pt x="337972" y="1791487"/>
                </a:lnTo>
                <a:lnTo>
                  <a:pt x="396024" y="1740687"/>
                </a:lnTo>
                <a:lnTo>
                  <a:pt x="438721" y="1715287"/>
                </a:lnTo>
                <a:lnTo>
                  <a:pt x="491820" y="1689887"/>
                </a:lnTo>
                <a:lnTo>
                  <a:pt x="556323" y="1677187"/>
                </a:lnTo>
                <a:lnTo>
                  <a:pt x="710120" y="1677187"/>
                </a:lnTo>
                <a:lnTo>
                  <a:pt x="774623" y="1689887"/>
                </a:lnTo>
                <a:lnTo>
                  <a:pt x="827735" y="1715287"/>
                </a:lnTo>
                <a:lnTo>
                  <a:pt x="870419" y="1740687"/>
                </a:lnTo>
                <a:lnTo>
                  <a:pt x="903668" y="1766087"/>
                </a:lnTo>
                <a:lnTo>
                  <a:pt x="945769" y="1816887"/>
                </a:lnTo>
                <a:lnTo>
                  <a:pt x="956589" y="1829587"/>
                </a:lnTo>
                <a:lnTo>
                  <a:pt x="956589" y="1793582"/>
                </a:lnTo>
                <a:lnTo>
                  <a:pt x="955319" y="1791487"/>
                </a:lnTo>
                <a:lnTo>
                  <a:pt x="932091" y="1766087"/>
                </a:lnTo>
                <a:lnTo>
                  <a:pt x="900049" y="1727987"/>
                </a:lnTo>
                <a:lnTo>
                  <a:pt x="858139" y="1702587"/>
                </a:lnTo>
                <a:lnTo>
                  <a:pt x="805345" y="1677187"/>
                </a:lnTo>
                <a:lnTo>
                  <a:pt x="740638" y="1664487"/>
                </a:lnTo>
                <a:lnTo>
                  <a:pt x="662990" y="1651787"/>
                </a:lnTo>
                <a:lnTo>
                  <a:pt x="662990" y="1600987"/>
                </a:lnTo>
                <a:lnTo>
                  <a:pt x="662990" y="1486687"/>
                </a:lnTo>
                <a:lnTo>
                  <a:pt x="662990" y="1473987"/>
                </a:lnTo>
                <a:lnTo>
                  <a:pt x="642340" y="1473987"/>
                </a:lnTo>
                <a:lnTo>
                  <a:pt x="642340" y="1613687"/>
                </a:lnTo>
                <a:lnTo>
                  <a:pt x="642340" y="1651787"/>
                </a:lnTo>
                <a:lnTo>
                  <a:pt x="624116" y="1651787"/>
                </a:lnTo>
                <a:lnTo>
                  <a:pt x="624116" y="1613687"/>
                </a:lnTo>
                <a:lnTo>
                  <a:pt x="642340" y="1613687"/>
                </a:lnTo>
                <a:lnTo>
                  <a:pt x="642340" y="1473987"/>
                </a:lnTo>
                <a:lnTo>
                  <a:pt x="642315" y="1486687"/>
                </a:lnTo>
                <a:lnTo>
                  <a:pt x="642315" y="1600987"/>
                </a:lnTo>
                <a:lnTo>
                  <a:pt x="470687" y="1600987"/>
                </a:lnTo>
                <a:lnTo>
                  <a:pt x="470687" y="1486687"/>
                </a:lnTo>
                <a:lnTo>
                  <a:pt x="642315" y="1486687"/>
                </a:lnTo>
                <a:lnTo>
                  <a:pt x="642315" y="1473987"/>
                </a:lnTo>
                <a:lnTo>
                  <a:pt x="450024" y="1473987"/>
                </a:lnTo>
                <a:lnTo>
                  <a:pt x="450024" y="1613687"/>
                </a:lnTo>
                <a:lnTo>
                  <a:pt x="603427" y="1613687"/>
                </a:lnTo>
                <a:lnTo>
                  <a:pt x="603427" y="1651787"/>
                </a:lnTo>
                <a:lnTo>
                  <a:pt x="525780" y="1664487"/>
                </a:lnTo>
                <a:lnTo>
                  <a:pt x="461073" y="1677187"/>
                </a:lnTo>
                <a:lnTo>
                  <a:pt x="408266" y="1702587"/>
                </a:lnTo>
                <a:lnTo>
                  <a:pt x="366369" y="1727987"/>
                </a:lnTo>
                <a:lnTo>
                  <a:pt x="334314" y="1766087"/>
                </a:lnTo>
                <a:lnTo>
                  <a:pt x="311099" y="1791487"/>
                </a:lnTo>
                <a:lnTo>
                  <a:pt x="295681" y="1816887"/>
                </a:lnTo>
                <a:lnTo>
                  <a:pt x="287045" y="1829587"/>
                </a:lnTo>
                <a:lnTo>
                  <a:pt x="178422" y="1829587"/>
                </a:lnTo>
                <a:lnTo>
                  <a:pt x="178422" y="1956587"/>
                </a:lnTo>
                <a:lnTo>
                  <a:pt x="71475" y="1956587"/>
                </a:lnTo>
                <a:lnTo>
                  <a:pt x="71475" y="2604287"/>
                </a:lnTo>
                <a:lnTo>
                  <a:pt x="11264" y="2604287"/>
                </a:lnTo>
                <a:lnTo>
                  <a:pt x="6629" y="2616987"/>
                </a:lnTo>
                <a:lnTo>
                  <a:pt x="6629" y="2769387"/>
                </a:lnTo>
                <a:lnTo>
                  <a:pt x="1259801" y="2769387"/>
                </a:lnTo>
                <a:lnTo>
                  <a:pt x="1259801" y="2756687"/>
                </a:lnTo>
                <a:lnTo>
                  <a:pt x="1259801" y="2629687"/>
                </a:lnTo>
                <a:lnTo>
                  <a:pt x="1259801" y="2616987"/>
                </a:lnTo>
                <a:close/>
              </a:path>
            </a:pathLst>
          </a:custGeom>
          <a:solidFill>
            <a:srgbClr val="000000"/>
          </a:solidFill>
        </p:spPr>
        <p:txBody>
          <a:bodyPr wrap="square" lIns="0" tIns="0" rIns="0" bIns="0" rtlCol="0"/>
          <a:lstStyle/>
          <a:p>
            <a:endParaRPr/>
          </a:p>
        </p:txBody>
      </p:sp>
      <p:pic>
        <p:nvPicPr>
          <p:cNvPr id="20" name="object 20"/>
          <p:cNvPicPr/>
          <p:nvPr/>
        </p:nvPicPr>
        <p:blipFill>
          <a:blip r:embed="rId3" cstate="print"/>
          <a:stretch>
            <a:fillRect/>
          </a:stretch>
        </p:blipFill>
        <p:spPr>
          <a:xfrm>
            <a:off x="11602719" y="17779"/>
            <a:ext cx="5125593" cy="2980944"/>
          </a:xfrm>
          <a:prstGeom prst="rect">
            <a:avLst/>
          </a:prstGeom>
        </p:spPr>
      </p:pic>
      <p:sp>
        <p:nvSpPr>
          <p:cNvPr id="21" name="object 21"/>
          <p:cNvSpPr txBox="1">
            <a:spLocks noGrp="1"/>
          </p:cNvSpPr>
          <p:nvPr>
            <p:ph type="title"/>
          </p:nvPr>
        </p:nvSpPr>
        <p:spPr>
          <a:xfrm>
            <a:off x="374700" y="147955"/>
            <a:ext cx="7254240" cy="788035"/>
          </a:xfrm>
          <a:prstGeom prst="rect">
            <a:avLst/>
          </a:prstGeom>
        </p:spPr>
        <p:txBody>
          <a:bodyPr vert="horz" wrap="square" lIns="0" tIns="12700" rIns="0" bIns="0" rtlCol="0">
            <a:spAutoFit/>
          </a:bodyPr>
          <a:lstStyle/>
          <a:p>
            <a:pPr marL="12700">
              <a:lnSpc>
                <a:spcPct val="100000"/>
              </a:lnSpc>
              <a:spcBef>
                <a:spcPts val="100"/>
              </a:spcBef>
            </a:pPr>
            <a:r>
              <a:rPr sz="5000" spc="340" dirty="0">
                <a:solidFill>
                  <a:srgbClr val="17716C"/>
                </a:solidFill>
              </a:rPr>
              <a:t>PROBLEM</a:t>
            </a:r>
            <a:r>
              <a:rPr sz="5000" spc="-335" dirty="0">
                <a:solidFill>
                  <a:srgbClr val="17716C"/>
                </a:solidFill>
              </a:rPr>
              <a:t> </a:t>
            </a:r>
            <a:r>
              <a:rPr sz="5000" spc="405" dirty="0">
                <a:solidFill>
                  <a:srgbClr val="17716C"/>
                </a:solidFill>
              </a:rPr>
              <a:t>STATEMENT</a:t>
            </a:r>
            <a:endParaRPr sz="5000"/>
          </a:p>
        </p:txBody>
      </p:sp>
      <p:sp>
        <p:nvSpPr>
          <p:cNvPr id="22" name="object 22"/>
          <p:cNvSpPr txBox="1"/>
          <p:nvPr/>
        </p:nvSpPr>
        <p:spPr>
          <a:xfrm>
            <a:off x="1473453" y="1041462"/>
            <a:ext cx="7910195" cy="2102485"/>
          </a:xfrm>
          <a:prstGeom prst="rect">
            <a:avLst/>
          </a:prstGeom>
        </p:spPr>
        <p:txBody>
          <a:bodyPr vert="horz" wrap="square" lIns="0" tIns="202565" rIns="0" bIns="0" rtlCol="0">
            <a:spAutoFit/>
          </a:bodyPr>
          <a:lstStyle/>
          <a:p>
            <a:pPr marL="26670" algn="just">
              <a:lnSpc>
                <a:spcPct val="100000"/>
              </a:lnSpc>
              <a:spcBef>
                <a:spcPts val="1595"/>
              </a:spcBef>
            </a:pPr>
            <a:r>
              <a:rPr sz="2700" b="1" spc="60" dirty="0">
                <a:latin typeface="Trebuchet MS"/>
                <a:cs typeface="Trebuchet MS"/>
              </a:rPr>
              <a:t>Thermal</a:t>
            </a:r>
            <a:r>
              <a:rPr sz="2700" b="1" spc="-160" dirty="0">
                <a:latin typeface="Trebuchet MS"/>
                <a:cs typeface="Trebuchet MS"/>
              </a:rPr>
              <a:t> </a:t>
            </a:r>
            <a:r>
              <a:rPr sz="2700" b="1" spc="114" dirty="0">
                <a:latin typeface="Trebuchet MS"/>
                <a:cs typeface="Trebuchet MS"/>
              </a:rPr>
              <a:t>Runaway</a:t>
            </a:r>
            <a:r>
              <a:rPr sz="2700" b="1" spc="-195" dirty="0">
                <a:latin typeface="Trebuchet MS"/>
                <a:cs typeface="Trebuchet MS"/>
              </a:rPr>
              <a:t> </a:t>
            </a:r>
            <a:r>
              <a:rPr sz="2700" b="1" spc="160" dirty="0">
                <a:latin typeface="Trebuchet MS"/>
                <a:cs typeface="Trebuchet MS"/>
              </a:rPr>
              <a:t>Risks</a:t>
            </a:r>
            <a:r>
              <a:rPr sz="2700" b="1" spc="-180" dirty="0">
                <a:latin typeface="Trebuchet MS"/>
                <a:cs typeface="Trebuchet MS"/>
              </a:rPr>
              <a:t> </a:t>
            </a:r>
            <a:r>
              <a:rPr sz="2700" b="1" spc="-50" dirty="0">
                <a:latin typeface="Trebuchet MS"/>
                <a:cs typeface="Trebuchet MS"/>
              </a:rPr>
              <a:t>:</a:t>
            </a:r>
            <a:endParaRPr sz="2700">
              <a:latin typeface="Trebuchet MS"/>
              <a:cs typeface="Trebuchet MS"/>
            </a:endParaRPr>
          </a:p>
          <a:p>
            <a:pPr marL="12700" marR="5080" algn="just">
              <a:lnSpc>
                <a:spcPct val="128499"/>
              </a:lnSpc>
              <a:spcBef>
                <a:spcPts val="515"/>
              </a:spcBef>
            </a:pPr>
            <a:r>
              <a:rPr sz="2400" spc="65" dirty="0">
                <a:latin typeface="Tahoma"/>
                <a:cs typeface="Tahoma"/>
              </a:rPr>
              <a:t>Lithium-</a:t>
            </a:r>
            <a:r>
              <a:rPr sz="2400" spc="114" dirty="0">
                <a:latin typeface="Tahoma"/>
                <a:cs typeface="Tahoma"/>
              </a:rPr>
              <a:t>ion</a:t>
            </a:r>
            <a:r>
              <a:rPr sz="2400" spc="280" dirty="0">
                <a:latin typeface="Tahoma"/>
                <a:cs typeface="Tahoma"/>
              </a:rPr>
              <a:t>  </a:t>
            </a:r>
            <a:r>
              <a:rPr sz="2400" spc="70" dirty="0">
                <a:latin typeface="Tahoma"/>
                <a:cs typeface="Tahoma"/>
              </a:rPr>
              <a:t>batteries</a:t>
            </a:r>
            <a:r>
              <a:rPr sz="2400" spc="280" dirty="0">
                <a:latin typeface="Tahoma"/>
                <a:cs typeface="Tahoma"/>
              </a:rPr>
              <a:t>  </a:t>
            </a:r>
            <a:r>
              <a:rPr sz="2400" spc="95" dirty="0">
                <a:latin typeface="Tahoma"/>
                <a:cs typeface="Tahoma"/>
              </a:rPr>
              <a:t>in</a:t>
            </a:r>
            <a:r>
              <a:rPr sz="2400" spc="285" dirty="0">
                <a:latin typeface="Tahoma"/>
                <a:cs typeface="Tahoma"/>
              </a:rPr>
              <a:t>  </a:t>
            </a:r>
            <a:r>
              <a:rPr sz="2400" dirty="0">
                <a:latin typeface="Tahoma"/>
                <a:cs typeface="Tahoma"/>
              </a:rPr>
              <a:t>EVs</a:t>
            </a:r>
            <a:r>
              <a:rPr sz="2400" spc="275" dirty="0">
                <a:latin typeface="Tahoma"/>
                <a:cs typeface="Tahoma"/>
              </a:rPr>
              <a:t>  </a:t>
            </a:r>
            <a:r>
              <a:rPr sz="2400" dirty="0">
                <a:latin typeface="Tahoma"/>
                <a:cs typeface="Tahoma"/>
              </a:rPr>
              <a:t>face</a:t>
            </a:r>
            <a:r>
              <a:rPr sz="2400" spc="280" dirty="0">
                <a:latin typeface="Tahoma"/>
                <a:cs typeface="Tahoma"/>
              </a:rPr>
              <a:t>  </a:t>
            </a:r>
            <a:r>
              <a:rPr sz="2400" spc="60" dirty="0">
                <a:latin typeface="Tahoma"/>
                <a:cs typeface="Tahoma"/>
              </a:rPr>
              <a:t>challenges</a:t>
            </a:r>
            <a:r>
              <a:rPr sz="2400" spc="285" dirty="0">
                <a:latin typeface="Tahoma"/>
                <a:cs typeface="Tahoma"/>
              </a:rPr>
              <a:t>  </a:t>
            </a:r>
            <a:r>
              <a:rPr sz="2400" spc="60" dirty="0">
                <a:latin typeface="Tahoma"/>
                <a:cs typeface="Tahoma"/>
              </a:rPr>
              <a:t>with </a:t>
            </a:r>
            <a:r>
              <a:rPr sz="2400" spc="100" dirty="0">
                <a:latin typeface="Tahoma"/>
                <a:cs typeface="Tahoma"/>
              </a:rPr>
              <a:t>thermal</a:t>
            </a:r>
            <a:r>
              <a:rPr sz="2400" spc="80" dirty="0">
                <a:latin typeface="Tahoma"/>
                <a:cs typeface="Tahoma"/>
              </a:rPr>
              <a:t> </a:t>
            </a:r>
            <a:r>
              <a:rPr sz="2400" dirty="0">
                <a:latin typeface="Tahoma"/>
                <a:cs typeface="Tahoma"/>
              </a:rPr>
              <a:t>runaway,</a:t>
            </a:r>
            <a:r>
              <a:rPr sz="2400" spc="80" dirty="0">
                <a:latin typeface="Tahoma"/>
                <a:cs typeface="Tahoma"/>
              </a:rPr>
              <a:t> </a:t>
            </a:r>
            <a:r>
              <a:rPr sz="2400" spc="85" dirty="0">
                <a:latin typeface="Tahoma"/>
                <a:cs typeface="Tahoma"/>
              </a:rPr>
              <a:t>which</a:t>
            </a:r>
            <a:r>
              <a:rPr sz="2400" spc="75" dirty="0">
                <a:latin typeface="Tahoma"/>
                <a:cs typeface="Tahoma"/>
              </a:rPr>
              <a:t> </a:t>
            </a:r>
            <a:r>
              <a:rPr sz="2400" spc="70" dirty="0">
                <a:latin typeface="Tahoma"/>
                <a:cs typeface="Tahoma"/>
              </a:rPr>
              <a:t>can</a:t>
            </a:r>
            <a:r>
              <a:rPr sz="2400" spc="80" dirty="0">
                <a:latin typeface="Tahoma"/>
                <a:cs typeface="Tahoma"/>
              </a:rPr>
              <a:t> </a:t>
            </a:r>
            <a:r>
              <a:rPr sz="2400" spc="75" dirty="0">
                <a:latin typeface="Tahoma"/>
                <a:cs typeface="Tahoma"/>
              </a:rPr>
              <a:t>lead</a:t>
            </a:r>
            <a:r>
              <a:rPr sz="2400" spc="85" dirty="0">
                <a:latin typeface="Tahoma"/>
                <a:cs typeface="Tahoma"/>
              </a:rPr>
              <a:t> </a:t>
            </a:r>
            <a:r>
              <a:rPr sz="2400" spc="95" dirty="0">
                <a:latin typeface="Tahoma"/>
                <a:cs typeface="Tahoma"/>
              </a:rPr>
              <a:t>to</a:t>
            </a:r>
            <a:r>
              <a:rPr sz="2400" spc="80" dirty="0">
                <a:latin typeface="Tahoma"/>
                <a:cs typeface="Tahoma"/>
              </a:rPr>
              <a:t> </a:t>
            </a:r>
            <a:r>
              <a:rPr sz="2400" spc="60" dirty="0">
                <a:latin typeface="Tahoma"/>
                <a:cs typeface="Tahoma"/>
              </a:rPr>
              <a:t>fires</a:t>
            </a:r>
            <a:r>
              <a:rPr sz="2400" spc="75" dirty="0">
                <a:latin typeface="Tahoma"/>
                <a:cs typeface="Tahoma"/>
              </a:rPr>
              <a:t> </a:t>
            </a:r>
            <a:r>
              <a:rPr sz="2400" spc="125" dirty="0">
                <a:latin typeface="Tahoma"/>
                <a:cs typeface="Tahoma"/>
              </a:rPr>
              <a:t>or</a:t>
            </a:r>
            <a:r>
              <a:rPr sz="2400" spc="80" dirty="0">
                <a:latin typeface="Tahoma"/>
                <a:cs typeface="Tahoma"/>
              </a:rPr>
              <a:t> </a:t>
            </a:r>
            <a:r>
              <a:rPr sz="2400" spc="75" dirty="0">
                <a:latin typeface="Tahoma"/>
                <a:cs typeface="Tahoma"/>
              </a:rPr>
              <a:t>explosions </a:t>
            </a:r>
            <a:r>
              <a:rPr sz="2400" spc="95" dirty="0">
                <a:latin typeface="Tahoma"/>
                <a:cs typeface="Tahoma"/>
              </a:rPr>
              <a:t>in</a:t>
            </a:r>
            <a:r>
              <a:rPr sz="2400" spc="-120" dirty="0">
                <a:latin typeface="Tahoma"/>
                <a:cs typeface="Tahoma"/>
              </a:rPr>
              <a:t> </a:t>
            </a:r>
            <a:r>
              <a:rPr sz="2400" spc="75" dirty="0">
                <a:latin typeface="Tahoma"/>
                <a:cs typeface="Tahoma"/>
              </a:rPr>
              <a:t>extreme</a:t>
            </a:r>
            <a:r>
              <a:rPr sz="2400" spc="-114" dirty="0">
                <a:latin typeface="Tahoma"/>
                <a:cs typeface="Tahoma"/>
              </a:rPr>
              <a:t> </a:t>
            </a:r>
            <a:r>
              <a:rPr sz="2400" spc="65" dirty="0">
                <a:latin typeface="Tahoma"/>
                <a:cs typeface="Tahoma"/>
              </a:rPr>
              <a:t>conditions.</a:t>
            </a:r>
            <a:endParaRPr sz="2400">
              <a:latin typeface="Tahoma"/>
              <a:cs typeface="Tahoma"/>
            </a:endParaRPr>
          </a:p>
        </p:txBody>
      </p:sp>
      <p:sp>
        <p:nvSpPr>
          <p:cNvPr id="23" name="object 23"/>
          <p:cNvSpPr txBox="1"/>
          <p:nvPr/>
        </p:nvSpPr>
        <p:spPr>
          <a:xfrm>
            <a:off x="1397000" y="3414633"/>
            <a:ext cx="8143240" cy="2515235"/>
          </a:xfrm>
          <a:prstGeom prst="rect">
            <a:avLst/>
          </a:prstGeom>
        </p:spPr>
        <p:txBody>
          <a:bodyPr vert="horz" wrap="square" lIns="0" tIns="49530" rIns="0" bIns="0" rtlCol="0">
            <a:spAutoFit/>
          </a:bodyPr>
          <a:lstStyle/>
          <a:p>
            <a:pPr marL="12700" marR="5080" indent="90170">
              <a:lnSpc>
                <a:spcPct val="130000"/>
              </a:lnSpc>
              <a:spcBef>
                <a:spcPts val="390"/>
              </a:spcBef>
              <a:tabLst>
                <a:tab pos="871855" algn="l"/>
                <a:tab pos="1953895" algn="l"/>
                <a:tab pos="2036445" algn="l"/>
                <a:tab pos="2644140" algn="l"/>
                <a:tab pos="3214370" algn="l"/>
                <a:tab pos="3406775" algn="l"/>
                <a:tab pos="3615054" algn="l"/>
                <a:tab pos="4041775" algn="l"/>
                <a:tab pos="4413885" algn="l"/>
                <a:tab pos="4593590" algn="l"/>
                <a:tab pos="5408930" algn="l"/>
                <a:tab pos="5479415" algn="l"/>
                <a:tab pos="5875655" algn="l"/>
                <a:tab pos="6471920" algn="l"/>
                <a:tab pos="6642100" algn="l"/>
                <a:tab pos="6799580" algn="l"/>
                <a:tab pos="7505065" algn="l"/>
                <a:tab pos="7658734" algn="l"/>
              </a:tabLst>
            </a:pPr>
            <a:r>
              <a:rPr sz="2700" b="1" spc="55" dirty="0">
                <a:latin typeface="Trebuchet MS"/>
                <a:cs typeface="Trebuchet MS"/>
              </a:rPr>
              <a:t>Inefficiency</a:t>
            </a:r>
            <a:r>
              <a:rPr sz="2700" b="1" spc="-160" dirty="0">
                <a:latin typeface="Trebuchet MS"/>
                <a:cs typeface="Trebuchet MS"/>
              </a:rPr>
              <a:t> </a:t>
            </a:r>
            <a:r>
              <a:rPr sz="2700" b="1" spc="85" dirty="0">
                <a:latin typeface="Trebuchet MS"/>
                <a:cs typeface="Trebuchet MS"/>
              </a:rPr>
              <a:t>of</a:t>
            </a:r>
            <a:r>
              <a:rPr sz="2700" b="1" spc="-185" dirty="0">
                <a:latin typeface="Trebuchet MS"/>
                <a:cs typeface="Trebuchet MS"/>
              </a:rPr>
              <a:t> </a:t>
            </a:r>
            <a:r>
              <a:rPr sz="2700" b="1" spc="70" dirty="0">
                <a:latin typeface="Trebuchet MS"/>
                <a:cs typeface="Trebuchet MS"/>
              </a:rPr>
              <a:t>Current</a:t>
            </a:r>
            <a:r>
              <a:rPr sz="2700" b="1" spc="-155" dirty="0">
                <a:latin typeface="Trebuchet MS"/>
                <a:cs typeface="Trebuchet MS"/>
              </a:rPr>
              <a:t> </a:t>
            </a:r>
            <a:r>
              <a:rPr sz="2700" b="1" spc="120" dirty="0">
                <a:latin typeface="Trebuchet MS"/>
                <a:cs typeface="Trebuchet MS"/>
              </a:rPr>
              <a:t>Cooling</a:t>
            </a:r>
            <a:r>
              <a:rPr sz="2700" b="1" spc="-180" dirty="0">
                <a:latin typeface="Trebuchet MS"/>
                <a:cs typeface="Trebuchet MS"/>
              </a:rPr>
              <a:t> </a:t>
            </a:r>
            <a:r>
              <a:rPr sz="2700" b="1" spc="190" dirty="0">
                <a:latin typeface="Trebuchet MS"/>
                <a:cs typeface="Trebuchet MS"/>
              </a:rPr>
              <a:t>Systems</a:t>
            </a:r>
            <a:r>
              <a:rPr sz="2700" b="1" spc="-155" dirty="0">
                <a:latin typeface="Trebuchet MS"/>
                <a:cs typeface="Trebuchet MS"/>
              </a:rPr>
              <a:t> </a:t>
            </a:r>
            <a:r>
              <a:rPr sz="2700" b="1" spc="-50" dirty="0">
                <a:latin typeface="Trebuchet MS"/>
                <a:cs typeface="Trebuchet MS"/>
              </a:rPr>
              <a:t>: </a:t>
            </a:r>
            <a:r>
              <a:rPr sz="2400" spc="75" dirty="0">
                <a:latin typeface="Tahoma"/>
                <a:cs typeface="Tahoma"/>
              </a:rPr>
              <a:t>Conventional</a:t>
            </a:r>
            <a:r>
              <a:rPr sz="2400" dirty="0">
                <a:latin typeface="Tahoma"/>
                <a:cs typeface="Tahoma"/>
              </a:rPr>
              <a:t>		</a:t>
            </a:r>
            <a:r>
              <a:rPr sz="2400" spc="-730" dirty="0">
                <a:latin typeface="Tahoma"/>
                <a:cs typeface="Tahoma"/>
              </a:rPr>
              <a:t> </a:t>
            </a:r>
            <a:r>
              <a:rPr sz="2400" spc="70" dirty="0">
                <a:latin typeface="Tahoma"/>
                <a:cs typeface="Tahoma"/>
              </a:rPr>
              <a:t>cooling</a:t>
            </a:r>
            <a:r>
              <a:rPr sz="2400" dirty="0">
                <a:latin typeface="Tahoma"/>
                <a:cs typeface="Tahoma"/>
              </a:rPr>
              <a:t>	</a:t>
            </a:r>
            <a:r>
              <a:rPr sz="2400" spc="35" dirty="0">
                <a:latin typeface="Tahoma"/>
                <a:cs typeface="Tahoma"/>
              </a:rPr>
              <a:t>systems,</a:t>
            </a:r>
            <a:r>
              <a:rPr sz="2400" dirty="0">
                <a:latin typeface="Tahoma"/>
                <a:cs typeface="Tahoma"/>
              </a:rPr>
              <a:t>	</a:t>
            </a:r>
            <a:r>
              <a:rPr sz="2400" spc="65" dirty="0">
                <a:latin typeface="Tahoma"/>
                <a:cs typeface="Tahoma"/>
              </a:rPr>
              <a:t>such</a:t>
            </a:r>
            <a:r>
              <a:rPr sz="2400" dirty="0">
                <a:latin typeface="Tahoma"/>
                <a:cs typeface="Tahoma"/>
              </a:rPr>
              <a:t>	</a:t>
            </a:r>
            <a:r>
              <a:rPr sz="2400" spc="40" dirty="0">
                <a:latin typeface="Tahoma"/>
                <a:cs typeface="Tahoma"/>
              </a:rPr>
              <a:t>as</a:t>
            </a:r>
            <a:r>
              <a:rPr sz="2400" dirty="0">
                <a:latin typeface="Tahoma"/>
                <a:cs typeface="Tahoma"/>
              </a:rPr>
              <a:t>	</a:t>
            </a:r>
            <a:r>
              <a:rPr sz="2400" spc="-20" dirty="0">
                <a:latin typeface="Tahoma"/>
                <a:cs typeface="Tahoma"/>
              </a:rPr>
              <a:t>air,</a:t>
            </a:r>
            <a:r>
              <a:rPr sz="2400" dirty="0">
                <a:latin typeface="Tahoma"/>
                <a:cs typeface="Tahoma"/>
              </a:rPr>
              <a:t>	</a:t>
            </a:r>
            <a:r>
              <a:rPr sz="2400" spc="-10" dirty="0">
                <a:latin typeface="Tahoma"/>
                <a:cs typeface="Tahoma"/>
              </a:rPr>
              <a:t>water,</a:t>
            </a:r>
            <a:r>
              <a:rPr sz="2400" dirty="0">
                <a:latin typeface="Tahoma"/>
                <a:cs typeface="Tahoma"/>
              </a:rPr>
              <a:t>	</a:t>
            </a:r>
            <a:r>
              <a:rPr sz="2400" spc="90" dirty="0">
                <a:latin typeface="Tahoma"/>
                <a:cs typeface="Tahoma"/>
              </a:rPr>
              <a:t>and </a:t>
            </a:r>
            <a:r>
              <a:rPr sz="2400" dirty="0">
                <a:latin typeface="Tahoma"/>
                <a:cs typeface="Tahoma"/>
              </a:rPr>
              <a:t>glycol-</a:t>
            </a:r>
            <a:r>
              <a:rPr sz="2400" spc="80" dirty="0">
                <a:latin typeface="Tahoma"/>
                <a:cs typeface="Tahoma"/>
              </a:rPr>
              <a:t>based</a:t>
            </a:r>
            <a:r>
              <a:rPr sz="2400" dirty="0">
                <a:latin typeface="Tahoma"/>
                <a:cs typeface="Tahoma"/>
              </a:rPr>
              <a:t>	</a:t>
            </a:r>
            <a:r>
              <a:rPr sz="2400" spc="45" dirty="0">
                <a:latin typeface="Tahoma"/>
                <a:cs typeface="Tahoma"/>
              </a:rPr>
              <a:t>coolants,</a:t>
            </a:r>
            <a:r>
              <a:rPr sz="2400" dirty="0">
                <a:latin typeface="Tahoma"/>
                <a:cs typeface="Tahoma"/>
              </a:rPr>
              <a:t>		</a:t>
            </a:r>
            <a:r>
              <a:rPr sz="2400" spc="35" dirty="0">
                <a:latin typeface="Tahoma"/>
                <a:cs typeface="Tahoma"/>
              </a:rPr>
              <a:t>are</a:t>
            </a:r>
            <a:r>
              <a:rPr sz="2400" dirty="0">
                <a:latin typeface="Tahoma"/>
                <a:cs typeface="Tahoma"/>
              </a:rPr>
              <a:t>	energy-</a:t>
            </a:r>
            <a:r>
              <a:rPr sz="2400" spc="-10" dirty="0">
                <a:latin typeface="Tahoma"/>
                <a:cs typeface="Tahoma"/>
              </a:rPr>
              <a:t>intensive,</a:t>
            </a:r>
            <a:r>
              <a:rPr sz="2400" dirty="0">
                <a:latin typeface="Tahoma"/>
                <a:cs typeface="Tahoma"/>
              </a:rPr>
              <a:t>		</a:t>
            </a:r>
            <a:r>
              <a:rPr sz="2400" spc="-10" dirty="0">
                <a:latin typeface="Tahoma"/>
                <a:cs typeface="Tahoma"/>
              </a:rPr>
              <a:t>inefficient, </a:t>
            </a:r>
            <a:r>
              <a:rPr sz="2400" spc="90" dirty="0">
                <a:latin typeface="Tahoma"/>
                <a:cs typeface="Tahoma"/>
              </a:rPr>
              <a:t>and</a:t>
            </a:r>
            <a:r>
              <a:rPr sz="2400" dirty="0">
                <a:latin typeface="Tahoma"/>
                <a:cs typeface="Tahoma"/>
              </a:rPr>
              <a:t>	</a:t>
            </a:r>
            <a:r>
              <a:rPr sz="2400" spc="100" dirty="0">
                <a:latin typeface="Tahoma"/>
                <a:cs typeface="Tahoma"/>
              </a:rPr>
              <a:t>prone</a:t>
            </a:r>
            <a:r>
              <a:rPr sz="2400" dirty="0">
                <a:latin typeface="Tahoma"/>
                <a:cs typeface="Tahoma"/>
              </a:rPr>
              <a:t>		</a:t>
            </a:r>
            <a:r>
              <a:rPr sz="2400" spc="65" dirty="0">
                <a:latin typeface="Tahoma"/>
                <a:cs typeface="Tahoma"/>
              </a:rPr>
              <a:t>to</a:t>
            </a:r>
            <a:r>
              <a:rPr sz="2400" dirty="0">
                <a:latin typeface="Tahoma"/>
                <a:cs typeface="Tahoma"/>
              </a:rPr>
              <a:t>	</a:t>
            </a:r>
            <a:r>
              <a:rPr sz="2400" spc="50" dirty="0">
                <a:latin typeface="Tahoma"/>
                <a:cs typeface="Tahoma"/>
              </a:rPr>
              <a:t>risks</a:t>
            </a:r>
            <a:r>
              <a:rPr sz="2400" dirty="0">
                <a:latin typeface="Tahoma"/>
                <a:cs typeface="Tahoma"/>
              </a:rPr>
              <a:t>		</a:t>
            </a:r>
            <a:r>
              <a:rPr sz="2400" spc="-20" dirty="0">
                <a:latin typeface="Tahoma"/>
                <a:cs typeface="Tahoma"/>
              </a:rPr>
              <a:t>like</a:t>
            </a:r>
            <a:r>
              <a:rPr sz="2400" dirty="0">
                <a:latin typeface="Tahoma"/>
                <a:cs typeface="Tahoma"/>
              </a:rPr>
              <a:t>	</a:t>
            </a:r>
            <a:r>
              <a:rPr sz="2400" spc="80" dirty="0">
                <a:latin typeface="Tahoma"/>
                <a:cs typeface="Tahoma"/>
              </a:rPr>
              <a:t>short</a:t>
            </a:r>
            <a:r>
              <a:rPr sz="2400" dirty="0">
                <a:latin typeface="Tahoma"/>
                <a:cs typeface="Tahoma"/>
              </a:rPr>
              <a:t>		</a:t>
            </a:r>
            <a:r>
              <a:rPr sz="2400" spc="45" dirty="0">
                <a:latin typeface="Tahoma"/>
                <a:cs typeface="Tahoma"/>
              </a:rPr>
              <a:t>circuits</a:t>
            </a:r>
            <a:r>
              <a:rPr sz="2400" dirty="0">
                <a:latin typeface="Tahoma"/>
                <a:cs typeface="Tahoma"/>
              </a:rPr>
              <a:t>			</a:t>
            </a:r>
            <a:r>
              <a:rPr sz="2400" spc="90" dirty="0">
                <a:latin typeface="Tahoma"/>
                <a:cs typeface="Tahoma"/>
              </a:rPr>
              <a:t>and</a:t>
            </a:r>
            <a:r>
              <a:rPr sz="2400" dirty="0">
                <a:latin typeface="Tahoma"/>
                <a:cs typeface="Tahoma"/>
              </a:rPr>
              <a:t>		</a:t>
            </a:r>
            <a:r>
              <a:rPr sz="2400" spc="40" dirty="0">
                <a:latin typeface="Tahoma"/>
                <a:cs typeface="Tahoma"/>
              </a:rPr>
              <a:t>fire </a:t>
            </a:r>
            <a:r>
              <a:rPr sz="2400" spc="55" dirty="0">
                <a:latin typeface="Tahoma"/>
                <a:cs typeface="Tahoma"/>
              </a:rPr>
              <a:t>exacerbation.</a:t>
            </a:r>
            <a:endParaRPr sz="2400">
              <a:latin typeface="Tahoma"/>
              <a:cs typeface="Tahoma"/>
            </a:endParaRPr>
          </a:p>
        </p:txBody>
      </p:sp>
      <p:sp>
        <p:nvSpPr>
          <p:cNvPr id="24" name="object 24"/>
          <p:cNvSpPr txBox="1"/>
          <p:nvPr/>
        </p:nvSpPr>
        <p:spPr>
          <a:xfrm>
            <a:off x="1487550" y="6116081"/>
            <a:ext cx="7996555" cy="1567180"/>
          </a:xfrm>
          <a:prstGeom prst="rect">
            <a:avLst/>
          </a:prstGeom>
        </p:spPr>
        <p:txBody>
          <a:bodyPr vert="horz" wrap="square" lIns="0" tIns="167640" rIns="0" bIns="0" rtlCol="0">
            <a:spAutoFit/>
          </a:bodyPr>
          <a:lstStyle/>
          <a:p>
            <a:pPr marL="12700">
              <a:lnSpc>
                <a:spcPct val="100000"/>
              </a:lnSpc>
              <a:spcBef>
                <a:spcPts val="1320"/>
              </a:spcBef>
            </a:pPr>
            <a:r>
              <a:rPr sz="2700" b="1" spc="120" dirty="0">
                <a:latin typeface="Trebuchet MS"/>
                <a:cs typeface="Trebuchet MS"/>
              </a:rPr>
              <a:t>Energy</a:t>
            </a:r>
            <a:r>
              <a:rPr sz="2700" b="1" spc="-180" dirty="0">
                <a:latin typeface="Trebuchet MS"/>
                <a:cs typeface="Trebuchet MS"/>
              </a:rPr>
              <a:t> </a:t>
            </a:r>
            <a:r>
              <a:rPr sz="2700" b="1" spc="100" dirty="0">
                <a:latin typeface="Trebuchet MS"/>
                <a:cs typeface="Trebuchet MS"/>
              </a:rPr>
              <a:t>Dependence</a:t>
            </a:r>
            <a:r>
              <a:rPr sz="2700" b="1" spc="-175" dirty="0">
                <a:latin typeface="Trebuchet MS"/>
                <a:cs typeface="Trebuchet MS"/>
              </a:rPr>
              <a:t> </a:t>
            </a:r>
            <a:r>
              <a:rPr sz="2700" b="1" spc="90" dirty="0">
                <a:latin typeface="Trebuchet MS"/>
                <a:cs typeface="Trebuchet MS"/>
              </a:rPr>
              <a:t>on</a:t>
            </a:r>
            <a:r>
              <a:rPr sz="2700" b="1" spc="-180" dirty="0">
                <a:latin typeface="Trebuchet MS"/>
                <a:cs typeface="Trebuchet MS"/>
              </a:rPr>
              <a:t> </a:t>
            </a:r>
            <a:r>
              <a:rPr sz="2700" b="1" spc="145" dirty="0">
                <a:latin typeface="Trebuchet MS"/>
                <a:cs typeface="Trebuchet MS"/>
              </a:rPr>
              <a:t>Main</a:t>
            </a:r>
            <a:r>
              <a:rPr sz="2700" b="1" spc="-185" dirty="0">
                <a:latin typeface="Trebuchet MS"/>
                <a:cs typeface="Trebuchet MS"/>
              </a:rPr>
              <a:t> </a:t>
            </a:r>
            <a:r>
              <a:rPr sz="2700" b="1" spc="50" dirty="0">
                <a:latin typeface="Trebuchet MS"/>
                <a:cs typeface="Trebuchet MS"/>
              </a:rPr>
              <a:t>Battery</a:t>
            </a:r>
            <a:r>
              <a:rPr sz="2700" b="1" spc="-160" dirty="0">
                <a:latin typeface="Trebuchet MS"/>
                <a:cs typeface="Trebuchet MS"/>
              </a:rPr>
              <a:t> </a:t>
            </a:r>
            <a:r>
              <a:rPr sz="2700" b="1" spc="-50" dirty="0">
                <a:latin typeface="Trebuchet MS"/>
                <a:cs typeface="Trebuchet MS"/>
              </a:rPr>
              <a:t>:</a:t>
            </a:r>
            <a:endParaRPr sz="2700">
              <a:latin typeface="Trebuchet MS"/>
              <a:cs typeface="Trebuchet MS"/>
            </a:endParaRPr>
          </a:p>
          <a:p>
            <a:pPr marL="12700" marR="5080">
              <a:lnSpc>
                <a:spcPct val="128800"/>
              </a:lnSpc>
              <a:spcBef>
                <a:spcPts val="260"/>
              </a:spcBef>
            </a:pPr>
            <a:r>
              <a:rPr sz="2400" spc="85" dirty="0">
                <a:latin typeface="Tahoma"/>
                <a:cs typeface="Tahoma"/>
              </a:rPr>
              <a:t>Current</a:t>
            </a:r>
            <a:r>
              <a:rPr sz="2400" spc="290" dirty="0">
                <a:latin typeface="Tahoma"/>
                <a:cs typeface="Tahoma"/>
              </a:rPr>
              <a:t> </a:t>
            </a:r>
            <a:r>
              <a:rPr sz="2400" spc="70" dirty="0">
                <a:latin typeface="Tahoma"/>
                <a:cs typeface="Tahoma"/>
              </a:rPr>
              <a:t>systems</a:t>
            </a:r>
            <a:r>
              <a:rPr sz="2400" spc="280" dirty="0">
                <a:latin typeface="Tahoma"/>
                <a:cs typeface="Tahoma"/>
              </a:rPr>
              <a:t> </a:t>
            </a:r>
            <a:r>
              <a:rPr sz="2400" dirty="0">
                <a:latin typeface="Tahoma"/>
                <a:cs typeface="Tahoma"/>
              </a:rPr>
              <a:t>rely</a:t>
            </a:r>
            <a:r>
              <a:rPr sz="2400" spc="295" dirty="0">
                <a:latin typeface="Tahoma"/>
                <a:cs typeface="Tahoma"/>
              </a:rPr>
              <a:t> </a:t>
            </a:r>
            <a:r>
              <a:rPr sz="2400" spc="50" dirty="0">
                <a:latin typeface="Tahoma"/>
                <a:cs typeface="Tahoma"/>
              </a:rPr>
              <a:t>heavily</a:t>
            </a:r>
            <a:r>
              <a:rPr sz="2400" spc="285" dirty="0">
                <a:latin typeface="Tahoma"/>
                <a:cs typeface="Tahoma"/>
              </a:rPr>
              <a:t> </a:t>
            </a:r>
            <a:r>
              <a:rPr sz="2400" spc="130" dirty="0">
                <a:latin typeface="Tahoma"/>
                <a:cs typeface="Tahoma"/>
              </a:rPr>
              <a:t>on</a:t>
            </a:r>
            <a:r>
              <a:rPr sz="2400" spc="290" dirty="0">
                <a:latin typeface="Tahoma"/>
                <a:cs typeface="Tahoma"/>
              </a:rPr>
              <a:t> </a:t>
            </a:r>
            <a:r>
              <a:rPr sz="2400" spc="80" dirty="0">
                <a:latin typeface="Tahoma"/>
                <a:cs typeface="Tahoma"/>
              </a:rPr>
              <a:t>the</a:t>
            </a:r>
            <a:r>
              <a:rPr sz="2400" spc="280" dirty="0">
                <a:latin typeface="Tahoma"/>
                <a:cs typeface="Tahoma"/>
              </a:rPr>
              <a:t> </a:t>
            </a:r>
            <a:r>
              <a:rPr sz="2400" dirty="0">
                <a:latin typeface="Tahoma"/>
                <a:cs typeface="Tahoma"/>
              </a:rPr>
              <a:t>EV's</a:t>
            </a:r>
            <a:r>
              <a:rPr sz="2400" spc="280" dirty="0">
                <a:latin typeface="Tahoma"/>
                <a:cs typeface="Tahoma"/>
              </a:rPr>
              <a:t> </a:t>
            </a:r>
            <a:r>
              <a:rPr sz="2400" spc="114" dirty="0">
                <a:latin typeface="Tahoma"/>
                <a:cs typeface="Tahoma"/>
              </a:rPr>
              <a:t>main</a:t>
            </a:r>
            <a:r>
              <a:rPr sz="2400" spc="285" dirty="0">
                <a:latin typeface="Tahoma"/>
                <a:cs typeface="Tahoma"/>
              </a:rPr>
              <a:t> </a:t>
            </a:r>
            <a:r>
              <a:rPr sz="2400" spc="-10" dirty="0">
                <a:latin typeface="Tahoma"/>
                <a:cs typeface="Tahoma"/>
              </a:rPr>
              <a:t>battery, </a:t>
            </a:r>
            <a:r>
              <a:rPr sz="2400" spc="75" dirty="0">
                <a:latin typeface="Tahoma"/>
                <a:cs typeface="Tahoma"/>
              </a:rPr>
              <a:t>reducing</a:t>
            </a:r>
            <a:r>
              <a:rPr sz="2400" spc="-125" dirty="0">
                <a:latin typeface="Tahoma"/>
                <a:cs typeface="Tahoma"/>
              </a:rPr>
              <a:t> </a:t>
            </a:r>
            <a:r>
              <a:rPr sz="2400" spc="55" dirty="0">
                <a:latin typeface="Tahoma"/>
                <a:cs typeface="Tahoma"/>
              </a:rPr>
              <a:t>overall</a:t>
            </a:r>
            <a:r>
              <a:rPr sz="2400" spc="-105" dirty="0">
                <a:latin typeface="Tahoma"/>
                <a:cs typeface="Tahoma"/>
              </a:rPr>
              <a:t> </a:t>
            </a:r>
            <a:r>
              <a:rPr sz="2400" spc="55" dirty="0">
                <a:latin typeface="Tahoma"/>
                <a:cs typeface="Tahoma"/>
              </a:rPr>
              <a:t>energy</a:t>
            </a:r>
            <a:r>
              <a:rPr sz="2400" spc="-114" dirty="0">
                <a:latin typeface="Tahoma"/>
                <a:cs typeface="Tahoma"/>
              </a:rPr>
              <a:t> </a:t>
            </a:r>
            <a:r>
              <a:rPr sz="2400" spc="55" dirty="0">
                <a:latin typeface="Tahoma"/>
                <a:cs typeface="Tahoma"/>
              </a:rPr>
              <a:t>efficiency</a:t>
            </a:r>
            <a:r>
              <a:rPr sz="2400" spc="-114" dirty="0">
                <a:latin typeface="Tahoma"/>
                <a:cs typeface="Tahoma"/>
              </a:rPr>
              <a:t> </a:t>
            </a:r>
            <a:r>
              <a:rPr sz="2400" spc="114" dirty="0">
                <a:latin typeface="Tahoma"/>
                <a:cs typeface="Tahoma"/>
              </a:rPr>
              <a:t>and</a:t>
            </a:r>
            <a:r>
              <a:rPr sz="2400" spc="-110" dirty="0">
                <a:latin typeface="Tahoma"/>
                <a:cs typeface="Tahoma"/>
              </a:rPr>
              <a:t> </a:t>
            </a:r>
            <a:r>
              <a:rPr sz="2400" spc="55" dirty="0">
                <a:latin typeface="Tahoma"/>
                <a:cs typeface="Tahoma"/>
              </a:rPr>
              <a:t>vehicle</a:t>
            </a:r>
            <a:r>
              <a:rPr sz="2400" spc="-95" dirty="0">
                <a:latin typeface="Tahoma"/>
                <a:cs typeface="Tahoma"/>
              </a:rPr>
              <a:t> </a:t>
            </a:r>
            <a:r>
              <a:rPr sz="2400" spc="-10" dirty="0">
                <a:latin typeface="Tahoma"/>
                <a:cs typeface="Tahoma"/>
              </a:rPr>
              <a:t>range.</a:t>
            </a:r>
            <a:endParaRPr sz="2400">
              <a:latin typeface="Tahoma"/>
              <a:cs typeface="Tahoma"/>
            </a:endParaRPr>
          </a:p>
        </p:txBody>
      </p:sp>
      <p:sp>
        <p:nvSpPr>
          <p:cNvPr id="25" name="object 25"/>
          <p:cNvSpPr txBox="1"/>
          <p:nvPr/>
        </p:nvSpPr>
        <p:spPr>
          <a:xfrm>
            <a:off x="1383030" y="7976336"/>
            <a:ext cx="7995284" cy="1627505"/>
          </a:xfrm>
          <a:prstGeom prst="rect">
            <a:avLst/>
          </a:prstGeom>
        </p:spPr>
        <p:txBody>
          <a:bodyPr vert="horz" wrap="square" lIns="0" tIns="200025" rIns="0" bIns="0" rtlCol="0">
            <a:spAutoFit/>
          </a:bodyPr>
          <a:lstStyle/>
          <a:p>
            <a:pPr marL="233045">
              <a:lnSpc>
                <a:spcPct val="100000"/>
              </a:lnSpc>
              <a:spcBef>
                <a:spcPts val="1575"/>
              </a:spcBef>
            </a:pPr>
            <a:r>
              <a:rPr sz="2700" b="1" spc="114" dirty="0">
                <a:latin typeface="Trebuchet MS"/>
                <a:cs typeface="Trebuchet MS"/>
              </a:rPr>
              <a:t>Safety</a:t>
            </a:r>
            <a:r>
              <a:rPr sz="2700" b="1" spc="-175" dirty="0">
                <a:latin typeface="Trebuchet MS"/>
                <a:cs typeface="Trebuchet MS"/>
              </a:rPr>
              <a:t> </a:t>
            </a:r>
            <a:r>
              <a:rPr sz="2700" b="1" spc="100" dirty="0">
                <a:latin typeface="Trebuchet MS"/>
                <a:cs typeface="Trebuchet MS"/>
              </a:rPr>
              <a:t>and</a:t>
            </a:r>
            <a:r>
              <a:rPr sz="2700" b="1" spc="-190" dirty="0">
                <a:latin typeface="Trebuchet MS"/>
                <a:cs typeface="Trebuchet MS"/>
              </a:rPr>
              <a:t> </a:t>
            </a:r>
            <a:r>
              <a:rPr sz="2700" b="1" spc="70" dirty="0">
                <a:latin typeface="Trebuchet MS"/>
                <a:cs typeface="Trebuchet MS"/>
              </a:rPr>
              <a:t>Efficiency</a:t>
            </a:r>
            <a:r>
              <a:rPr sz="2700" b="1" spc="-160" dirty="0">
                <a:latin typeface="Trebuchet MS"/>
                <a:cs typeface="Trebuchet MS"/>
              </a:rPr>
              <a:t> </a:t>
            </a:r>
            <a:r>
              <a:rPr sz="2700" b="1" spc="155" dirty="0">
                <a:latin typeface="Trebuchet MS"/>
                <a:cs typeface="Trebuchet MS"/>
              </a:rPr>
              <a:t>Concerns</a:t>
            </a:r>
            <a:r>
              <a:rPr sz="2700" b="1" spc="-180" dirty="0">
                <a:latin typeface="Trebuchet MS"/>
                <a:cs typeface="Trebuchet MS"/>
              </a:rPr>
              <a:t> </a:t>
            </a:r>
            <a:r>
              <a:rPr sz="2700" b="1" spc="-50" dirty="0">
                <a:latin typeface="Trebuchet MS"/>
                <a:cs typeface="Trebuchet MS"/>
              </a:rPr>
              <a:t>:</a:t>
            </a:r>
            <a:endParaRPr sz="2700">
              <a:latin typeface="Trebuchet MS"/>
              <a:cs typeface="Trebuchet MS"/>
            </a:endParaRPr>
          </a:p>
          <a:p>
            <a:pPr marL="12700" marR="5080">
              <a:lnSpc>
                <a:spcPct val="128800"/>
              </a:lnSpc>
              <a:spcBef>
                <a:spcPts val="480"/>
              </a:spcBef>
              <a:tabLst>
                <a:tab pos="1019810" algn="l"/>
                <a:tab pos="2682875" algn="l"/>
                <a:tab pos="3534410" algn="l"/>
                <a:tab pos="4624070" algn="l"/>
                <a:tab pos="5639435" algn="l"/>
                <a:tab pos="6348095" algn="l"/>
              </a:tabLst>
            </a:pPr>
            <a:r>
              <a:rPr sz="2400" spc="40" dirty="0">
                <a:latin typeface="Tahoma"/>
                <a:cs typeface="Tahoma"/>
              </a:rPr>
              <a:t>These</a:t>
            </a:r>
            <a:r>
              <a:rPr sz="2400" dirty="0">
                <a:latin typeface="Tahoma"/>
                <a:cs typeface="Tahoma"/>
              </a:rPr>
              <a:t>	</a:t>
            </a:r>
            <a:r>
              <a:rPr sz="2400" spc="70" dirty="0">
                <a:latin typeface="Tahoma"/>
                <a:cs typeface="Tahoma"/>
              </a:rPr>
              <a:t>limitations</a:t>
            </a:r>
            <a:r>
              <a:rPr sz="2400" dirty="0">
                <a:latin typeface="Tahoma"/>
                <a:cs typeface="Tahoma"/>
              </a:rPr>
              <a:t>	</a:t>
            </a:r>
            <a:r>
              <a:rPr sz="2400" spc="85" dirty="0">
                <a:latin typeface="Tahoma"/>
                <a:cs typeface="Tahoma"/>
              </a:rPr>
              <a:t>pose</a:t>
            </a:r>
            <a:r>
              <a:rPr sz="2400" dirty="0">
                <a:latin typeface="Tahoma"/>
                <a:cs typeface="Tahoma"/>
              </a:rPr>
              <a:t>	</a:t>
            </a:r>
            <a:r>
              <a:rPr sz="2400" spc="45" dirty="0">
                <a:latin typeface="Tahoma"/>
                <a:cs typeface="Tahoma"/>
              </a:rPr>
              <a:t>critical</a:t>
            </a:r>
            <a:r>
              <a:rPr sz="2400" dirty="0">
                <a:latin typeface="Tahoma"/>
                <a:cs typeface="Tahoma"/>
              </a:rPr>
              <a:t>	</a:t>
            </a:r>
            <a:r>
              <a:rPr sz="2400" spc="-10" dirty="0">
                <a:latin typeface="Tahoma"/>
                <a:cs typeface="Tahoma"/>
              </a:rPr>
              <a:t>safety</a:t>
            </a:r>
            <a:r>
              <a:rPr sz="2400" dirty="0">
                <a:latin typeface="Tahoma"/>
                <a:cs typeface="Tahoma"/>
              </a:rPr>
              <a:t>	</a:t>
            </a:r>
            <a:r>
              <a:rPr sz="2400" spc="80" dirty="0">
                <a:latin typeface="Tahoma"/>
                <a:cs typeface="Tahoma"/>
              </a:rPr>
              <a:t>and</a:t>
            </a:r>
            <a:r>
              <a:rPr sz="2400" dirty="0">
                <a:latin typeface="Tahoma"/>
                <a:cs typeface="Tahoma"/>
              </a:rPr>
              <a:t>	</a:t>
            </a:r>
            <a:r>
              <a:rPr sz="2400" spc="80" dirty="0">
                <a:latin typeface="Tahoma"/>
                <a:cs typeface="Tahoma"/>
              </a:rPr>
              <a:t>operational </a:t>
            </a:r>
            <a:r>
              <a:rPr sz="2400" spc="60" dirty="0">
                <a:latin typeface="Tahoma"/>
                <a:cs typeface="Tahoma"/>
              </a:rPr>
              <a:t>challenges</a:t>
            </a:r>
            <a:r>
              <a:rPr sz="2400" spc="-95" dirty="0">
                <a:latin typeface="Tahoma"/>
                <a:cs typeface="Tahoma"/>
              </a:rPr>
              <a:t> </a:t>
            </a:r>
            <a:r>
              <a:rPr sz="2400" spc="95" dirty="0">
                <a:latin typeface="Tahoma"/>
                <a:cs typeface="Tahoma"/>
              </a:rPr>
              <a:t>for</a:t>
            </a:r>
            <a:r>
              <a:rPr sz="2400" spc="-114" dirty="0">
                <a:latin typeface="Tahoma"/>
                <a:cs typeface="Tahoma"/>
              </a:rPr>
              <a:t> </a:t>
            </a:r>
            <a:r>
              <a:rPr sz="2400" spc="-20" dirty="0">
                <a:latin typeface="Tahoma"/>
                <a:cs typeface="Tahoma"/>
              </a:rPr>
              <a:t>EVs.</a:t>
            </a:r>
            <a:endParaRPr sz="2400">
              <a:latin typeface="Tahoma"/>
              <a:cs typeface="Tahoma"/>
            </a:endParaRPr>
          </a:p>
        </p:txBody>
      </p:sp>
      <p:sp>
        <p:nvSpPr>
          <p:cNvPr id="26" name="object 26"/>
          <p:cNvSpPr txBox="1"/>
          <p:nvPr/>
        </p:nvSpPr>
        <p:spPr>
          <a:xfrm>
            <a:off x="9867138" y="2935046"/>
            <a:ext cx="8140065" cy="711835"/>
          </a:xfrm>
          <a:prstGeom prst="rect">
            <a:avLst/>
          </a:prstGeom>
        </p:spPr>
        <p:txBody>
          <a:bodyPr vert="horz" wrap="square" lIns="0" tIns="12700" rIns="0" bIns="0" rtlCol="0">
            <a:spAutoFit/>
          </a:bodyPr>
          <a:lstStyle/>
          <a:p>
            <a:pPr marL="12700">
              <a:lnSpc>
                <a:spcPct val="100000"/>
              </a:lnSpc>
              <a:spcBef>
                <a:spcPts val="100"/>
              </a:spcBef>
            </a:pPr>
            <a:r>
              <a:rPr sz="4500" b="1" spc="390" dirty="0">
                <a:solidFill>
                  <a:srgbClr val="17716C"/>
                </a:solidFill>
                <a:latin typeface="Trebuchet MS"/>
                <a:cs typeface="Trebuchet MS"/>
              </a:rPr>
              <a:t>C</a:t>
            </a:r>
            <a:r>
              <a:rPr lang="en-IN" sz="4500" b="1" spc="390" dirty="0">
                <a:solidFill>
                  <a:srgbClr val="17716C"/>
                </a:solidFill>
                <a:latin typeface="Trebuchet MS"/>
                <a:cs typeface="Trebuchet MS"/>
              </a:rPr>
              <a:t>U</a:t>
            </a:r>
            <a:r>
              <a:rPr sz="4500" b="1" spc="390" dirty="0">
                <a:solidFill>
                  <a:srgbClr val="17716C"/>
                </a:solidFill>
                <a:latin typeface="Trebuchet MS"/>
                <a:cs typeface="Trebuchet MS"/>
              </a:rPr>
              <a:t>ST</a:t>
            </a:r>
            <a:r>
              <a:rPr lang="en-IN" sz="4500" b="1" spc="390" dirty="0">
                <a:solidFill>
                  <a:srgbClr val="17716C"/>
                </a:solidFill>
                <a:latin typeface="Trebuchet MS"/>
                <a:cs typeface="Trebuchet MS"/>
              </a:rPr>
              <a:t>0</a:t>
            </a:r>
            <a:r>
              <a:rPr sz="4500" b="1" spc="390" dirty="0">
                <a:solidFill>
                  <a:srgbClr val="17716C"/>
                </a:solidFill>
                <a:latin typeface="Trebuchet MS"/>
                <a:cs typeface="Trebuchet MS"/>
              </a:rPr>
              <a:t>MER</a:t>
            </a:r>
            <a:r>
              <a:rPr sz="4500" b="1" spc="-300" dirty="0">
                <a:solidFill>
                  <a:srgbClr val="17716C"/>
                </a:solidFill>
                <a:latin typeface="Trebuchet MS"/>
                <a:cs typeface="Trebuchet MS"/>
              </a:rPr>
              <a:t> </a:t>
            </a:r>
            <a:r>
              <a:rPr sz="4500" b="1" spc="330" dirty="0">
                <a:solidFill>
                  <a:srgbClr val="17716C"/>
                </a:solidFill>
                <a:latin typeface="Trebuchet MS"/>
                <a:cs typeface="Trebuchet MS"/>
              </a:rPr>
              <a:t>SEGMENTATION</a:t>
            </a:r>
            <a:endParaRPr sz="4500" dirty="0">
              <a:latin typeface="Trebuchet MS"/>
              <a:cs typeface="Trebuchet MS"/>
            </a:endParaRPr>
          </a:p>
        </p:txBody>
      </p:sp>
      <p:sp>
        <p:nvSpPr>
          <p:cNvPr id="27" name="object 27"/>
          <p:cNvSpPr txBox="1"/>
          <p:nvPr/>
        </p:nvSpPr>
        <p:spPr>
          <a:xfrm>
            <a:off x="12469494" y="3943604"/>
            <a:ext cx="5654040" cy="5850255"/>
          </a:xfrm>
          <a:prstGeom prst="rect">
            <a:avLst/>
          </a:prstGeom>
        </p:spPr>
        <p:txBody>
          <a:bodyPr vert="horz" wrap="square" lIns="0" tIns="12700" rIns="0" bIns="0" rtlCol="0">
            <a:spAutoFit/>
          </a:bodyPr>
          <a:lstStyle/>
          <a:p>
            <a:pPr marL="12700" marR="17780" indent="78740">
              <a:lnSpc>
                <a:spcPct val="117000"/>
              </a:lnSpc>
              <a:spcBef>
                <a:spcPts val="100"/>
              </a:spcBef>
            </a:pPr>
            <a:r>
              <a:rPr sz="2700" b="1" dirty="0">
                <a:latin typeface="Trebuchet MS"/>
                <a:cs typeface="Trebuchet MS"/>
              </a:rPr>
              <a:t>Electric</a:t>
            </a:r>
            <a:r>
              <a:rPr sz="2700" b="1" spc="-35" dirty="0">
                <a:latin typeface="Trebuchet MS"/>
                <a:cs typeface="Trebuchet MS"/>
              </a:rPr>
              <a:t> </a:t>
            </a:r>
            <a:r>
              <a:rPr sz="2700" b="1" spc="70" dirty="0">
                <a:latin typeface="Trebuchet MS"/>
                <a:cs typeface="Trebuchet MS"/>
              </a:rPr>
              <a:t>Vehicle</a:t>
            </a:r>
            <a:r>
              <a:rPr sz="2700" b="1" spc="-50" dirty="0">
                <a:latin typeface="Trebuchet MS"/>
                <a:cs typeface="Trebuchet MS"/>
              </a:rPr>
              <a:t> </a:t>
            </a:r>
            <a:r>
              <a:rPr sz="2700" b="1" spc="114" dirty="0">
                <a:latin typeface="Trebuchet MS"/>
                <a:cs typeface="Trebuchet MS"/>
              </a:rPr>
              <a:t>Manufacturers</a:t>
            </a:r>
            <a:r>
              <a:rPr sz="2700" b="1" spc="-75" dirty="0">
                <a:latin typeface="Trebuchet MS"/>
                <a:cs typeface="Trebuchet MS"/>
              </a:rPr>
              <a:t> </a:t>
            </a:r>
            <a:r>
              <a:rPr sz="2700" b="1" spc="-50" dirty="0">
                <a:latin typeface="Trebuchet MS"/>
                <a:cs typeface="Trebuchet MS"/>
              </a:rPr>
              <a:t>&amp; </a:t>
            </a:r>
            <a:r>
              <a:rPr sz="2700" b="1" spc="65" dirty="0">
                <a:latin typeface="Trebuchet MS"/>
                <a:cs typeface="Trebuchet MS"/>
              </a:rPr>
              <a:t>Suppliers.</a:t>
            </a:r>
            <a:endParaRPr sz="2700">
              <a:latin typeface="Trebuchet MS"/>
              <a:cs typeface="Trebuchet MS"/>
            </a:endParaRPr>
          </a:p>
          <a:p>
            <a:pPr marL="12700" marR="5080" indent="78740">
              <a:lnSpc>
                <a:spcPct val="117200"/>
              </a:lnSpc>
              <a:spcBef>
                <a:spcPts val="2295"/>
              </a:spcBef>
            </a:pPr>
            <a:r>
              <a:rPr sz="2700" b="1" spc="220" dirty="0">
                <a:latin typeface="Trebuchet MS"/>
                <a:cs typeface="Trebuchet MS"/>
              </a:rPr>
              <a:t>EV</a:t>
            </a:r>
            <a:r>
              <a:rPr sz="2700" b="1" spc="-195" dirty="0">
                <a:latin typeface="Trebuchet MS"/>
                <a:cs typeface="Trebuchet MS"/>
              </a:rPr>
              <a:t> </a:t>
            </a:r>
            <a:r>
              <a:rPr sz="2700" b="1" spc="114" dirty="0">
                <a:latin typeface="Trebuchet MS"/>
                <a:cs typeface="Trebuchet MS"/>
              </a:rPr>
              <a:t>companies</a:t>
            </a:r>
            <a:r>
              <a:rPr sz="2700" b="1" spc="-175" dirty="0">
                <a:latin typeface="Trebuchet MS"/>
                <a:cs typeface="Trebuchet MS"/>
              </a:rPr>
              <a:t> </a:t>
            </a:r>
            <a:r>
              <a:rPr sz="2700" b="1" spc="85" dirty="0">
                <a:latin typeface="Trebuchet MS"/>
                <a:cs typeface="Trebuchet MS"/>
              </a:rPr>
              <a:t>aiming</a:t>
            </a:r>
            <a:r>
              <a:rPr sz="2700" b="1" spc="-185" dirty="0">
                <a:latin typeface="Trebuchet MS"/>
                <a:cs typeface="Trebuchet MS"/>
              </a:rPr>
              <a:t> </a:t>
            </a:r>
            <a:r>
              <a:rPr sz="2700" b="1" spc="50" dirty="0">
                <a:latin typeface="Trebuchet MS"/>
                <a:cs typeface="Trebuchet MS"/>
              </a:rPr>
              <a:t>to</a:t>
            </a:r>
            <a:r>
              <a:rPr sz="2700" b="1" spc="-180" dirty="0">
                <a:latin typeface="Trebuchet MS"/>
                <a:cs typeface="Trebuchet MS"/>
              </a:rPr>
              <a:t> </a:t>
            </a:r>
            <a:r>
              <a:rPr sz="2700" b="1" spc="75" dirty="0">
                <a:latin typeface="Trebuchet MS"/>
                <a:cs typeface="Trebuchet MS"/>
              </a:rPr>
              <a:t>enhance </a:t>
            </a:r>
            <a:r>
              <a:rPr sz="2700" b="1" spc="55" dirty="0">
                <a:latin typeface="Trebuchet MS"/>
                <a:cs typeface="Trebuchet MS"/>
              </a:rPr>
              <a:t>battery</a:t>
            </a:r>
            <a:r>
              <a:rPr sz="2700" b="1" spc="-170" dirty="0">
                <a:latin typeface="Trebuchet MS"/>
                <a:cs typeface="Trebuchet MS"/>
              </a:rPr>
              <a:t> </a:t>
            </a:r>
            <a:r>
              <a:rPr sz="2700" b="1" spc="114" dirty="0">
                <a:latin typeface="Trebuchet MS"/>
                <a:cs typeface="Trebuchet MS"/>
              </a:rPr>
              <a:t>safety</a:t>
            </a:r>
            <a:r>
              <a:rPr sz="2700" b="1" spc="-185" dirty="0">
                <a:latin typeface="Trebuchet MS"/>
                <a:cs typeface="Trebuchet MS"/>
              </a:rPr>
              <a:t> </a:t>
            </a:r>
            <a:r>
              <a:rPr sz="2700" b="1" spc="100" dirty="0">
                <a:latin typeface="Trebuchet MS"/>
                <a:cs typeface="Trebuchet MS"/>
              </a:rPr>
              <a:t>and</a:t>
            </a:r>
            <a:r>
              <a:rPr sz="2700" b="1" spc="-204" dirty="0">
                <a:latin typeface="Trebuchet MS"/>
                <a:cs typeface="Trebuchet MS"/>
              </a:rPr>
              <a:t> </a:t>
            </a:r>
            <a:r>
              <a:rPr sz="2700" b="1" spc="-10" dirty="0">
                <a:latin typeface="Trebuchet MS"/>
                <a:cs typeface="Trebuchet MS"/>
              </a:rPr>
              <a:t>thermal </a:t>
            </a:r>
            <a:r>
              <a:rPr sz="2700" b="1" spc="70" dirty="0">
                <a:latin typeface="Trebuchet MS"/>
                <a:cs typeface="Trebuchet MS"/>
              </a:rPr>
              <a:t>management.</a:t>
            </a:r>
            <a:endParaRPr sz="2700">
              <a:latin typeface="Trebuchet MS"/>
              <a:cs typeface="Trebuchet MS"/>
            </a:endParaRPr>
          </a:p>
          <a:p>
            <a:pPr marL="12700">
              <a:lnSpc>
                <a:spcPct val="100000"/>
              </a:lnSpc>
              <a:spcBef>
                <a:spcPts val="2855"/>
              </a:spcBef>
            </a:pPr>
            <a:r>
              <a:rPr sz="2700" b="1" spc="50" dirty="0">
                <a:latin typeface="Trebuchet MS"/>
                <a:cs typeface="Trebuchet MS"/>
              </a:rPr>
              <a:t>Battery</a:t>
            </a:r>
            <a:r>
              <a:rPr sz="2700" b="1" spc="-150" dirty="0">
                <a:latin typeface="Trebuchet MS"/>
                <a:cs typeface="Trebuchet MS"/>
              </a:rPr>
              <a:t> </a:t>
            </a:r>
            <a:r>
              <a:rPr sz="2700" b="1" spc="105" dirty="0">
                <a:latin typeface="Trebuchet MS"/>
                <a:cs typeface="Trebuchet MS"/>
              </a:rPr>
              <a:t>Manufacturers</a:t>
            </a:r>
            <a:endParaRPr sz="2700">
              <a:latin typeface="Trebuchet MS"/>
              <a:cs typeface="Trebuchet MS"/>
            </a:endParaRPr>
          </a:p>
          <a:p>
            <a:pPr>
              <a:lnSpc>
                <a:spcPct val="100000"/>
              </a:lnSpc>
              <a:spcBef>
                <a:spcPts val="1120"/>
              </a:spcBef>
            </a:pPr>
            <a:endParaRPr sz="2700">
              <a:latin typeface="Trebuchet MS"/>
              <a:cs typeface="Trebuchet MS"/>
            </a:endParaRPr>
          </a:p>
          <a:p>
            <a:pPr marL="12700">
              <a:lnSpc>
                <a:spcPct val="100000"/>
              </a:lnSpc>
            </a:pPr>
            <a:r>
              <a:rPr sz="2700" b="1" spc="220" dirty="0">
                <a:latin typeface="Trebuchet MS"/>
                <a:cs typeface="Trebuchet MS"/>
              </a:rPr>
              <a:t>EV</a:t>
            </a:r>
            <a:r>
              <a:rPr sz="2700" b="1" spc="-190" dirty="0">
                <a:latin typeface="Trebuchet MS"/>
                <a:cs typeface="Trebuchet MS"/>
              </a:rPr>
              <a:t> </a:t>
            </a:r>
            <a:r>
              <a:rPr sz="2700" b="1" spc="135" dirty="0">
                <a:latin typeface="Trebuchet MS"/>
                <a:cs typeface="Trebuchet MS"/>
              </a:rPr>
              <a:t>Owners</a:t>
            </a:r>
            <a:r>
              <a:rPr sz="2700" b="1" spc="-165" dirty="0">
                <a:latin typeface="Trebuchet MS"/>
                <a:cs typeface="Trebuchet MS"/>
              </a:rPr>
              <a:t> </a:t>
            </a:r>
            <a:r>
              <a:rPr sz="2700" b="1" spc="100" dirty="0">
                <a:latin typeface="Trebuchet MS"/>
                <a:cs typeface="Trebuchet MS"/>
              </a:rPr>
              <a:t>and</a:t>
            </a:r>
            <a:r>
              <a:rPr sz="2700" b="1" spc="-180" dirty="0">
                <a:latin typeface="Trebuchet MS"/>
                <a:cs typeface="Trebuchet MS"/>
              </a:rPr>
              <a:t> </a:t>
            </a:r>
            <a:r>
              <a:rPr sz="2700" b="1" spc="155" dirty="0">
                <a:latin typeface="Trebuchet MS"/>
                <a:cs typeface="Trebuchet MS"/>
              </a:rPr>
              <a:t>Consumers</a:t>
            </a:r>
            <a:endParaRPr sz="2700">
              <a:latin typeface="Trebuchet MS"/>
              <a:cs typeface="Trebuchet MS"/>
            </a:endParaRPr>
          </a:p>
          <a:p>
            <a:pPr>
              <a:lnSpc>
                <a:spcPct val="100000"/>
              </a:lnSpc>
              <a:spcBef>
                <a:spcPts val="285"/>
              </a:spcBef>
            </a:pPr>
            <a:endParaRPr sz="2700">
              <a:latin typeface="Trebuchet MS"/>
              <a:cs typeface="Trebuchet MS"/>
            </a:endParaRPr>
          </a:p>
          <a:p>
            <a:pPr marL="12700" marR="902969">
              <a:lnSpc>
                <a:spcPct val="117000"/>
              </a:lnSpc>
            </a:pPr>
            <a:r>
              <a:rPr sz="2700" b="1" spc="80" dirty="0">
                <a:latin typeface="Trebuchet MS"/>
                <a:cs typeface="Trebuchet MS"/>
              </a:rPr>
              <a:t>Government</a:t>
            </a:r>
            <a:r>
              <a:rPr sz="2700" b="1" spc="-175" dirty="0">
                <a:latin typeface="Trebuchet MS"/>
                <a:cs typeface="Trebuchet MS"/>
              </a:rPr>
              <a:t> </a:t>
            </a:r>
            <a:r>
              <a:rPr sz="2700" b="1" spc="100" dirty="0">
                <a:latin typeface="Trebuchet MS"/>
                <a:cs typeface="Trebuchet MS"/>
              </a:rPr>
              <a:t>and</a:t>
            </a:r>
            <a:r>
              <a:rPr sz="2700" b="1" spc="-175" dirty="0">
                <a:latin typeface="Trebuchet MS"/>
                <a:cs typeface="Trebuchet MS"/>
              </a:rPr>
              <a:t> </a:t>
            </a:r>
            <a:r>
              <a:rPr sz="2700" b="1" spc="75" dirty="0">
                <a:latin typeface="Trebuchet MS"/>
                <a:cs typeface="Trebuchet MS"/>
              </a:rPr>
              <a:t>Regulatory </a:t>
            </a:r>
            <a:r>
              <a:rPr sz="2700" b="1" spc="110" dirty="0">
                <a:latin typeface="Trebuchet MS"/>
                <a:cs typeface="Trebuchet MS"/>
              </a:rPr>
              <a:t>Bodies</a:t>
            </a:r>
            <a:endParaRPr sz="2700">
              <a:latin typeface="Trebuchet MS"/>
              <a:cs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41910">
              <a:lnSpc>
                <a:spcPct val="100000"/>
              </a:lnSpc>
              <a:spcBef>
                <a:spcPts val="100"/>
              </a:spcBef>
            </a:pPr>
            <a:r>
              <a:rPr spc="490" dirty="0">
                <a:solidFill>
                  <a:srgbClr val="17716C"/>
                </a:solidFill>
              </a:rPr>
              <a:t>SOLUTIONS</a:t>
            </a:r>
          </a:p>
        </p:txBody>
      </p:sp>
      <p:grpSp>
        <p:nvGrpSpPr>
          <p:cNvPr id="3" name="object 3"/>
          <p:cNvGrpSpPr/>
          <p:nvPr/>
        </p:nvGrpSpPr>
        <p:grpSpPr>
          <a:xfrm>
            <a:off x="-11811" y="-84531"/>
            <a:ext cx="18288000" cy="10287000"/>
            <a:chOff x="0" y="0"/>
            <a:chExt cx="18288000" cy="10287000"/>
          </a:xfrm>
        </p:grpSpPr>
        <p:sp>
          <p:nvSpPr>
            <p:cNvPr id="4" name="object 4"/>
            <p:cNvSpPr/>
            <p:nvPr/>
          </p:nvSpPr>
          <p:spPr>
            <a:xfrm>
              <a:off x="0" y="0"/>
              <a:ext cx="18288000" cy="10287000"/>
            </a:xfrm>
            <a:custGeom>
              <a:avLst/>
              <a:gdLst/>
              <a:ahLst/>
              <a:cxnLst/>
              <a:rect l="l" t="t" r="r" b="b"/>
              <a:pathLst>
                <a:path w="18288000" h="10287000">
                  <a:moveTo>
                    <a:pt x="18288000" y="0"/>
                  </a:moveTo>
                  <a:lnTo>
                    <a:pt x="7718298" y="0"/>
                  </a:lnTo>
                  <a:lnTo>
                    <a:pt x="7718298" y="4987163"/>
                  </a:lnTo>
                  <a:lnTo>
                    <a:pt x="0" y="4987163"/>
                  </a:lnTo>
                  <a:lnTo>
                    <a:pt x="0" y="10287000"/>
                  </a:lnTo>
                  <a:lnTo>
                    <a:pt x="7718298" y="10287000"/>
                  </a:lnTo>
                  <a:lnTo>
                    <a:pt x="7983093" y="10287000"/>
                  </a:lnTo>
                  <a:lnTo>
                    <a:pt x="18288000" y="10287000"/>
                  </a:lnTo>
                  <a:lnTo>
                    <a:pt x="18288000" y="0"/>
                  </a:lnTo>
                  <a:close/>
                </a:path>
              </a:pathLst>
            </a:custGeom>
            <a:solidFill>
              <a:srgbClr val="17716C"/>
            </a:solidFill>
          </p:spPr>
          <p:txBody>
            <a:bodyPr wrap="square" lIns="0" tIns="0" rIns="0" bIns="0" rtlCol="0"/>
            <a:lstStyle/>
            <a:p>
              <a:endParaRPr/>
            </a:p>
          </p:txBody>
        </p:sp>
        <p:sp>
          <p:nvSpPr>
            <p:cNvPr id="5" name="object 5"/>
            <p:cNvSpPr/>
            <p:nvPr/>
          </p:nvSpPr>
          <p:spPr>
            <a:xfrm>
              <a:off x="401116" y="1284986"/>
              <a:ext cx="1858645" cy="0"/>
            </a:xfrm>
            <a:custGeom>
              <a:avLst/>
              <a:gdLst/>
              <a:ahLst/>
              <a:cxnLst/>
              <a:rect l="l" t="t" r="r" b="b"/>
              <a:pathLst>
                <a:path w="1858645">
                  <a:moveTo>
                    <a:pt x="0" y="0"/>
                  </a:moveTo>
                  <a:lnTo>
                    <a:pt x="1858340" y="0"/>
                  </a:lnTo>
                </a:path>
              </a:pathLst>
            </a:custGeom>
            <a:ln w="76200">
              <a:solidFill>
                <a:srgbClr val="EAE3D2"/>
              </a:solidFill>
            </a:ln>
          </p:spPr>
          <p:txBody>
            <a:bodyPr wrap="square" lIns="0" tIns="0" rIns="0" bIns="0" rtlCol="0"/>
            <a:lstStyle/>
            <a:p>
              <a:endParaRPr/>
            </a:p>
          </p:txBody>
        </p:sp>
        <p:sp>
          <p:nvSpPr>
            <p:cNvPr id="6" name="object 6"/>
            <p:cNvSpPr/>
            <p:nvPr/>
          </p:nvSpPr>
          <p:spPr>
            <a:xfrm>
              <a:off x="401116" y="6431788"/>
              <a:ext cx="878205" cy="878205"/>
            </a:xfrm>
            <a:custGeom>
              <a:avLst/>
              <a:gdLst/>
              <a:ahLst/>
              <a:cxnLst/>
              <a:rect l="l" t="t" r="r" b="b"/>
              <a:pathLst>
                <a:path w="878205" h="878204">
                  <a:moveTo>
                    <a:pt x="438823" y="0"/>
                  </a:moveTo>
                  <a:lnTo>
                    <a:pt x="391008" y="2574"/>
                  </a:lnTo>
                  <a:lnTo>
                    <a:pt x="344685" y="10121"/>
                  </a:lnTo>
                  <a:lnTo>
                    <a:pt x="300121" y="22371"/>
                  </a:lnTo>
                  <a:lnTo>
                    <a:pt x="257584" y="39057"/>
                  </a:lnTo>
                  <a:lnTo>
                    <a:pt x="217341" y="59911"/>
                  </a:lnTo>
                  <a:lnTo>
                    <a:pt x="179660" y="84665"/>
                  </a:lnTo>
                  <a:lnTo>
                    <a:pt x="144809" y="113052"/>
                  </a:lnTo>
                  <a:lnTo>
                    <a:pt x="113055" y="144803"/>
                  </a:lnTo>
                  <a:lnTo>
                    <a:pt x="84667" y="179652"/>
                  </a:lnTo>
                  <a:lnTo>
                    <a:pt x="59912" y="217329"/>
                  </a:lnTo>
                  <a:lnTo>
                    <a:pt x="39057" y="257569"/>
                  </a:lnTo>
                  <a:lnTo>
                    <a:pt x="22371" y="300102"/>
                  </a:lnTo>
                  <a:lnTo>
                    <a:pt x="10121" y="344660"/>
                  </a:lnTo>
                  <a:lnTo>
                    <a:pt x="2574" y="390977"/>
                  </a:lnTo>
                  <a:lnTo>
                    <a:pt x="0" y="438785"/>
                  </a:lnTo>
                  <a:lnTo>
                    <a:pt x="2574" y="486616"/>
                  </a:lnTo>
                  <a:lnTo>
                    <a:pt x="10121" y="532953"/>
                  </a:lnTo>
                  <a:lnTo>
                    <a:pt x="22371" y="577529"/>
                  </a:lnTo>
                  <a:lnTo>
                    <a:pt x="39057" y="620077"/>
                  </a:lnTo>
                  <a:lnTo>
                    <a:pt x="59912" y="660329"/>
                  </a:lnTo>
                  <a:lnTo>
                    <a:pt x="84667" y="698017"/>
                  </a:lnTo>
                  <a:lnTo>
                    <a:pt x="113055" y="732874"/>
                  </a:lnTo>
                  <a:lnTo>
                    <a:pt x="144809" y="764632"/>
                  </a:lnTo>
                  <a:lnTo>
                    <a:pt x="179660" y="793023"/>
                  </a:lnTo>
                  <a:lnTo>
                    <a:pt x="217341" y="817781"/>
                  </a:lnTo>
                  <a:lnTo>
                    <a:pt x="257584" y="838637"/>
                  </a:lnTo>
                  <a:lnTo>
                    <a:pt x="300121" y="855324"/>
                  </a:lnTo>
                  <a:lnTo>
                    <a:pt x="344685" y="867575"/>
                  </a:lnTo>
                  <a:lnTo>
                    <a:pt x="391008" y="875122"/>
                  </a:lnTo>
                  <a:lnTo>
                    <a:pt x="438823" y="877697"/>
                  </a:lnTo>
                  <a:lnTo>
                    <a:pt x="486639" y="875122"/>
                  </a:lnTo>
                  <a:lnTo>
                    <a:pt x="532964" y="867575"/>
                  </a:lnTo>
                  <a:lnTo>
                    <a:pt x="577529" y="855324"/>
                  </a:lnTo>
                  <a:lnTo>
                    <a:pt x="620067" y="838637"/>
                  </a:lnTo>
                  <a:lnTo>
                    <a:pt x="660310" y="817781"/>
                  </a:lnTo>
                  <a:lnTo>
                    <a:pt x="697991" y="793023"/>
                  </a:lnTo>
                  <a:lnTo>
                    <a:pt x="732841" y="764632"/>
                  </a:lnTo>
                  <a:lnTo>
                    <a:pt x="764594" y="732874"/>
                  </a:lnTo>
                  <a:lnTo>
                    <a:pt x="792982" y="698017"/>
                  </a:lnTo>
                  <a:lnTo>
                    <a:pt x="817736" y="660329"/>
                  </a:lnTo>
                  <a:lnTo>
                    <a:pt x="838590" y="620077"/>
                  </a:lnTo>
                  <a:lnTo>
                    <a:pt x="855275" y="577529"/>
                  </a:lnTo>
                  <a:lnTo>
                    <a:pt x="867525" y="532953"/>
                  </a:lnTo>
                  <a:lnTo>
                    <a:pt x="875071" y="486616"/>
                  </a:lnTo>
                  <a:lnTo>
                    <a:pt x="877646" y="438785"/>
                  </a:lnTo>
                  <a:lnTo>
                    <a:pt x="875071" y="390977"/>
                  </a:lnTo>
                  <a:lnTo>
                    <a:pt x="867525" y="344660"/>
                  </a:lnTo>
                  <a:lnTo>
                    <a:pt x="855275" y="300102"/>
                  </a:lnTo>
                  <a:lnTo>
                    <a:pt x="838590" y="257569"/>
                  </a:lnTo>
                  <a:lnTo>
                    <a:pt x="817736" y="217329"/>
                  </a:lnTo>
                  <a:lnTo>
                    <a:pt x="792982" y="179652"/>
                  </a:lnTo>
                  <a:lnTo>
                    <a:pt x="764594" y="144803"/>
                  </a:lnTo>
                  <a:lnTo>
                    <a:pt x="732841" y="113052"/>
                  </a:lnTo>
                  <a:lnTo>
                    <a:pt x="697991" y="84665"/>
                  </a:lnTo>
                  <a:lnTo>
                    <a:pt x="660310" y="59911"/>
                  </a:lnTo>
                  <a:lnTo>
                    <a:pt x="620067" y="39057"/>
                  </a:lnTo>
                  <a:lnTo>
                    <a:pt x="577529" y="22371"/>
                  </a:lnTo>
                  <a:lnTo>
                    <a:pt x="532964" y="10121"/>
                  </a:lnTo>
                  <a:lnTo>
                    <a:pt x="486639" y="2574"/>
                  </a:lnTo>
                  <a:lnTo>
                    <a:pt x="438823" y="0"/>
                  </a:lnTo>
                  <a:close/>
                </a:path>
              </a:pathLst>
            </a:custGeom>
            <a:solidFill>
              <a:srgbClr val="EAE3D2"/>
            </a:solidFill>
          </p:spPr>
          <p:txBody>
            <a:bodyPr wrap="square" lIns="0" tIns="0" rIns="0" bIns="0" rtlCol="0"/>
            <a:lstStyle/>
            <a:p>
              <a:endParaRPr/>
            </a:p>
          </p:txBody>
        </p:sp>
      </p:grpSp>
      <p:sp>
        <p:nvSpPr>
          <p:cNvPr id="7" name="object 7"/>
          <p:cNvSpPr txBox="1"/>
          <p:nvPr/>
        </p:nvSpPr>
        <p:spPr>
          <a:xfrm>
            <a:off x="605129" y="6608190"/>
            <a:ext cx="469265" cy="482600"/>
          </a:xfrm>
          <a:prstGeom prst="rect">
            <a:avLst/>
          </a:prstGeom>
        </p:spPr>
        <p:txBody>
          <a:bodyPr vert="horz" wrap="square" lIns="0" tIns="12700" rIns="0" bIns="0" rtlCol="0">
            <a:spAutoFit/>
          </a:bodyPr>
          <a:lstStyle/>
          <a:p>
            <a:pPr marL="12700">
              <a:lnSpc>
                <a:spcPct val="100000"/>
              </a:lnSpc>
              <a:spcBef>
                <a:spcPts val="100"/>
              </a:spcBef>
            </a:pPr>
            <a:r>
              <a:rPr sz="3000" b="1" spc="-25" dirty="0">
                <a:solidFill>
                  <a:srgbClr val="17716C"/>
                </a:solidFill>
                <a:latin typeface="Trebuchet MS"/>
                <a:cs typeface="Trebuchet MS"/>
              </a:rPr>
              <a:t>01</a:t>
            </a:r>
            <a:endParaRPr sz="3000">
              <a:latin typeface="Trebuchet MS"/>
              <a:cs typeface="Trebuchet MS"/>
            </a:endParaRPr>
          </a:p>
        </p:txBody>
      </p:sp>
      <p:sp>
        <p:nvSpPr>
          <p:cNvPr id="8" name="object 8"/>
          <p:cNvSpPr/>
          <p:nvPr/>
        </p:nvSpPr>
        <p:spPr>
          <a:xfrm>
            <a:off x="8493632" y="263270"/>
            <a:ext cx="877569" cy="877569"/>
          </a:xfrm>
          <a:custGeom>
            <a:avLst/>
            <a:gdLst/>
            <a:ahLst/>
            <a:cxnLst/>
            <a:rect l="l" t="t" r="r" b="b"/>
            <a:pathLst>
              <a:path w="877570" h="877569">
                <a:moveTo>
                  <a:pt x="438785" y="0"/>
                </a:moveTo>
                <a:lnTo>
                  <a:pt x="390977" y="2574"/>
                </a:lnTo>
                <a:lnTo>
                  <a:pt x="344660" y="10121"/>
                </a:lnTo>
                <a:lnTo>
                  <a:pt x="300102" y="22371"/>
                </a:lnTo>
                <a:lnTo>
                  <a:pt x="257569" y="39057"/>
                </a:lnTo>
                <a:lnTo>
                  <a:pt x="217329" y="59911"/>
                </a:lnTo>
                <a:lnTo>
                  <a:pt x="179652" y="84665"/>
                </a:lnTo>
                <a:lnTo>
                  <a:pt x="144803" y="113052"/>
                </a:lnTo>
                <a:lnTo>
                  <a:pt x="113052" y="144803"/>
                </a:lnTo>
                <a:lnTo>
                  <a:pt x="84665" y="179652"/>
                </a:lnTo>
                <a:lnTo>
                  <a:pt x="59911" y="217329"/>
                </a:lnTo>
                <a:lnTo>
                  <a:pt x="39057" y="257569"/>
                </a:lnTo>
                <a:lnTo>
                  <a:pt x="22371" y="300102"/>
                </a:lnTo>
                <a:lnTo>
                  <a:pt x="10121" y="344660"/>
                </a:lnTo>
                <a:lnTo>
                  <a:pt x="2574" y="390977"/>
                </a:lnTo>
                <a:lnTo>
                  <a:pt x="0" y="438784"/>
                </a:lnTo>
                <a:lnTo>
                  <a:pt x="2574" y="486592"/>
                </a:lnTo>
                <a:lnTo>
                  <a:pt x="10121" y="532909"/>
                </a:lnTo>
                <a:lnTo>
                  <a:pt x="22371" y="577467"/>
                </a:lnTo>
                <a:lnTo>
                  <a:pt x="39057" y="620000"/>
                </a:lnTo>
                <a:lnTo>
                  <a:pt x="59911" y="660240"/>
                </a:lnTo>
                <a:lnTo>
                  <a:pt x="84665" y="697917"/>
                </a:lnTo>
                <a:lnTo>
                  <a:pt x="113052" y="732766"/>
                </a:lnTo>
                <a:lnTo>
                  <a:pt x="144803" y="764517"/>
                </a:lnTo>
                <a:lnTo>
                  <a:pt x="179652" y="792904"/>
                </a:lnTo>
                <a:lnTo>
                  <a:pt x="217329" y="817658"/>
                </a:lnTo>
                <a:lnTo>
                  <a:pt x="257569" y="838512"/>
                </a:lnTo>
                <a:lnTo>
                  <a:pt x="300102" y="855198"/>
                </a:lnTo>
                <a:lnTo>
                  <a:pt x="344660" y="867448"/>
                </a:lnTo>
                <a:lnTo>
                  <a:pt x="390977" y="874995"/>
                </a:lnTo>
                <a:lnTo>
                  <a:pt x="438785" y="877570"/>
                </a:lnTo>
                <a:lnTo>
                  <a:pt x="486592" y="874995"/>
                </a:lnTo>
                <a:lnTo>
                  <a:pt x="532909" y="867448"/>
                </a:lnTo>
                <a:lnTo>
                  <a:pt x="577467" y="855198"/>
                </a:lnTo>
                <a:lnTo>
                  <a:pt x="620000" y="838512"/>
                </a:lnTo>
                <a:lnTo>
                  <a:pt x="660240" y="817658"/>
                </a:lnTo>
                <a:lnTo>
                  <a:pt x="697917" y="792904"/>
                </a:lnTo>
                <a:lnTo>
                  <a:pt x="732766" y="764517"/>
                </a:lnTo>
                <a:lnTo>
                  <a:pt x="764517" y="732766"/>
                </a:lnTo>
                <a:lnTo>
                  <a:pt x="792904" y="697917"/>
                </a:lnTo>
                <a:lnTo>
                  <a:pt x="817658" y="660240"/>
                </a:lnTo>
                <a:lnTo>
                  <a:pt x="838512" y="620000"/>
                </a:lnTo>
                <a:lnTo>
                  <a:pt x="855198" y="577467"/>
                </a:lnTo>
                <a:lnTo>
                  <a:pt x="867448" y="532909"/>
                </a:lnTo>
                <a:lnTo>
                  <a:pt x="874995" y="486592"/>
                </a:lnTo>
                <a:lnTo>
                  <a:pt x="877570" y="438784"/>
                </a:lnTo>
                <a:lnTo>
                  <a:pt x="874995" y="390977"/>
                </a:lnTo>
                <a:lnTo>
                  <a:pt x="867448" y="344660"/>
                </a:lnTo>
                <a:lnTo>
                  <a:pt x="855198" y="300102"/>
                </a:lnTo>
                <a:lnTo>
                  <a:pt x="838512" y="257569"/>
                </a:lnTo>
                <a:lnTo>
                  <a:pt x="817658" y="217329"/>
                </a:lnTo>
                <a:lnTo>
                  <a:pt x="792904" y="179652"/>
                </a:lnTo>
                <a:lnTo>
                  <a:pt x="764517" y="144803"/>
                </a:lnTo>
                <a:lnTo>
                  <a:pt x="732766" y="113052"/>
                </a:lnTo>
                <a:lnTo>
                  <a:pt x="697917" y="84665"/>
                </a:lnTo>
                <a:lnTo>
                  <a:pt x="660240" y="59911"/>
                </a:lnTo>
                <a:lnTo>
                  <a:pt x="620000" y="39057"/>
                </a:lnTo>
                <a:lnTo>
                  <a:pt x="577467" y="22371"/>
                </a:lnTo>
                <a:lnTo>
                  <a:pt x="532909" y="10121"/>
                </a:lnTo>
                <a:lnTo>
                  <a:pt x="486592" y="2574"/>
                </a:lnTo>
                <a:lnTo>
                  <a:pt x="438785" y="0"/>
                </a:lnTo>
                <a:close/>
              </a:path>
            </a:pathLst>
          </a:custGeom>
          <a:solidFill>
            <a:srgbClr val="EAE3D2"/>
          </a:solidFill>
        </p:spPr>
        <p:txBody>
          <a:bodyPr wrap="square" lIns="0" tIns="0" rIns="0" bIns="0" rtlCol="0"/>
          <a:lstStyle/>
          <a:p>
            <a:endParaRPr/>
          </a:p>
        </p:txBody>
      </p:sp>
      <p:sp>
        <p:nvSpPr>
          <p:cNvPr id="9" name="object 9"/>
          <p:cNvSpPr txBox="1"/>
          <p:nvPr/>
        </p:nvSpPr>
        <p:spPr>
          <a:xfrm>
            <a:off x="8668004" y="438657"/>
            <a:ext cx="527685" cy="482600"/>
          </a:xfrm>
          <a:prstGeom prst="rect">
            <a:avLst/>
          </a:prstGeom>
        </p:spPr>
        <p:txBody>
          <a:bodyPr vert="horz" wrap="square" lIns="0" tIns="12700" rIns="0" bIns="0" rtlCol="0">
            <a:spAutoFit/>
          </a:bodyPr>
          <a:lstStyle/>
          <a:p>
            <a:pPr marL="12700">
              <a:lnSpc>
                <a:spcPct val="100000"/>
              </a:lnSpc>
              <a:spcBef>
                <a:spcPts val="100"/>
              </a:spcBef>
            </a:pPr>
            <a:r>
              <a:rPr sz="3000" b="1" spc="185" dirty="0">
                <a:solidFill>
                  <a:srgbClr val="17716C"/>
                </a:solidFill>
                <a:latin typeface="Trebuchet MS"/>
                <a:cs typeface="Trebuchet MS"/>
              </a:rPr>
              <a:t>02</a:t>
            </a:r>
            <a:endParaRPr sz="3000">
              <a:latin typeface="Trebuchet MS"/>
              <a:cs typeface="Trebuchet MS"/>
            </a:endParaRPr>
          </a:p>
        </p:txBody>
      </p:sp>
      <p:sp>
        <p:nvSpPr>
          <p:cNvPr id="10" name="object 10"/>
          <p:cNvSpPr/>
          <p:nvPr/>
        </p:nvSpPr>
        <p:spPr>
          <a:xfrm>
            <a:off x="8511920" y="3565905"/>
            <a:ext cx="878205" cy="878205"/>
          </a:xfrm>
          <a:custGeom>
            <a:avLst/>
            <a:gdLst/>
            <a:ahLst/>
            <a:cxnLst/>
            <a:rect l="l" t="t" r="r" b="b"/>
            <a:pathLst>
              <a:path w="878204" h="878204">
                <a:moveTo>
                  <a:pt x="438784" y="0"/>
                </a:moveTo>
                <a:lnTo>
                  <a:pt x="390977" y="2574"/>
                </a:lnTo>
                <a:lnTo>
                  <a:pt x="344660" y="10121"/>
                </a:lnTo>
                <a:lnTo>
                  <a:pt x="300102" y="22371"/>
                </a:lnTo>
                <a:lnTo>
                  <a:pt x="257569" y="39057"/>
                </a:lnTo>
                <a:lnTo>
                  <a:pt x="217329" y="59911"/>
                </a:lnTo>
                <a:lnTo>
                  <a:pt x="179652" y="84665"/>
                </a:lnTo>
                <a:lnTo>
                  <a:pt x="144803" y="113052"/>
                </a:lnTo>
                <a:lnTo>
                  <a:pt x="113052" y="144803"/>
                </a:lnTo>
                <a:lnTo>
                  <a:pt x="84665" y="179652"/>
                </a:lnTo>
                <a:lnTo>
                  <a:pt x="59911" y="217329"/>
                </a:lnTo>
                <a:lnTo>
                  <a:pt x="39057" y="257569"/>
                </a:lnTo>
                <a:lnTo>
                  <a:pt x="22371" y="300102"/>
                </a:lnTo>
                <a:lnTo>
                  <a:pt x="10121" y="344660"/>
                </a:lnTo>
                <a:lnTo>
                  <a:pt x="2574" y="390977"/>
                </a:lnTo>
                <a:lnTo>
                  <a:pt x="0" y="438785"/>
                </a:lnTo>
                <a:lnTo>
                  <a:pt x="2574" y="486616"/>
                </a:lnTo>
                <a:lnTo>
                  <a:pt x="10121" y="532953"/>
                </a:lnTo>
                <a:lnTo>
                  <a:pt x="22371" y="577529"/>
                </a:lnTo>
                <a:lnTo>
                  <a:pt x="39057" y="620077"/>
                </a:lnTo>
                <a:lnTo>
                  <a:pt x="59911" y="660329"/>
                </a:lnTo>
                <a:lnTo>
                  <a:pt x="84665" y="698017"/>
                </a:lnTo>
                <a:lnTo>
                  <a:pt x="113052" y="732874"/>
                </a:lnTo>
                <a:lnTo>
                  <a:pt x="144803" y="764632"/>
                </a:lnTo>
                <a:lnTo>
                  <a:pt x="179652" y="793023"/>
                </a:lnTo>
                <a:lnTo>
                  <a:pt x="217329" y="817781"/>
                </a:lnTo>
                <a:lnTo>
                  <a:pt x="257569" y="838637"/>
                </a:lnTo>
                <a:lnTo>
                  <a:pt x="300102" y="855324"/>
                </a:lnTo>
                <a:lnTo>
                  <a:pt x="344660" y="867575"/>
                </a:lnTo>
                <a:lnTo>
                  <a:pt x="390977" y="875122"/>
                </a:lnTo>
                <a:lnTo>
                  <a:pt x="438784" y="877697"/>
                </a:lnTo>
                <a:lnTo>
                  <a:pt x="486616" y="875122"/>
                </a:lnTo>
                <a:lnTo>
                  <a:pt x="532953" y="867575"/>
                </a:lnTo>
                <a:lnTo>
                  <a:pt x="577529" y="855324"/>
                </a:lnTo>
                <a:lnTo>
                  <a:pt x="620077" y="838637"/>
                </a:lnTo>
                <a:lnTo>
                  <a:pt x="660329" y="817781"/>
                </a:lnTo>
                <a:lnTo>
                  <a:pt x="698017" y="793023"/>
                </a:lnTo>
                <a:lnTo>
                  <a:pt x="732874" y="764632"/>
                </a:lnTo>
                <a:lnTo>
                  <a:pt x="764632" y="732874"/>
                </a:lnTo>
                <a:lnTo>
                  <a:pt x="793023" y="698017"/>
                </a:lnTo>
                <a:lnTo>
                  <a:pt x="817781" y="660329"/>
                </a:lnTo>
                <a:lnTo>
                  <a:pt x="838637" y="620077"/>
                </a:lnTo>
                <a:lnTo>
                  <a:pt x="855324" y="577529"/>
                </a:lnTo>
                <a:lnTo>
                  <a:pt x="867575" y="532953"/>
                </a:lnTo>
                <a:lnTo>
                  <a:pt x="875122" y="486616"/>
                </a:lnTo>
                <a:lnTo>
                  <a:pt x="877697" y="438785"/>
                </a:lnTo>
                <a:lnTo>
                  <a:pt x="875122" y="390977"/>
                </a:lnTo>
                <a:lnTo>
                  <a:pt x="867575" y="344660"/>
                </a:lnTo>
                <a:lnTo>
                  <a:pt x="855324" y="300102"/>
                </a:lnTo>
                <a:lnTo>
                  <a:pt x="838637" y="257569"/>
                </a:lnTo>
                <a:lnTo>
                  <a:pt x="817781" y="217329"/>
                </a:lnTo>
                <a:lnTo>
                  <a:pt x="793023" y="179652"/>
                </a:lnTo>
                <a:lnTo>
                  <a:pt x="764632" y="144803"/>
                </a:lnTo>
                <a:lnTo>
                  <a:pt x="732874" y="113052"/>
                </a:lnTo>
                <a:lnTo>
                  <a:pt x="698017" y="84665"/>
                </a:lnTo>
                <a:lnTo>
                  <a:pt x="660329" y="59911"/>
                </a:lnTo>
                <a:lnTo>
                  <a:pt x="620077" y="39057"/>
                </a:lnTo>
                <a:lnTo>
                  <a:pt x="577529" y="22371"/>
                </a:lnTo>
                <a:lnTo>
                  <a:pt x="532953" y="10121"/>
                </a:lnTo>
                <a:lnTo>
                  <a:pt x="486616" y="2574"/>
                </a:lnTo>
                <a:lnTo>
                  <a:pt x="438784" y="0"/>
                </a:lnTo>
                <a:close/>
              </a:path>
            </a:pathLst>
          </a:custGeom>
          <a:solidFill>
            <a:srgbClr val="EAE3D2"/>
          </a:solidFill>
        </p:spPr>
        <p:txBody>
          <a:bodyPr wrap="square" lIns="0" tIns="0" rIns="0" bIns="0" rtlCol="0"/>
          <a:lstStyle/>
          <a:p>
            <a:endParaRPr/>
          </a:p>
        </p:txBody>
      </p:sp>
      <p:sp>
        <p:nvSpPr>
          <p:cNvPr id="11" name="object 11"/>
          <p:cNvSpPr txBox="1"/>
          <p:nvPr/>
        </p:nvSpPr>
        <p:spPr>
          <a:xfrm>
            <a:off x="8681719" y="3741801"/>
            <a:ext cx="539115" cy="482600"/>
          </a:xfrm>
          <a:prstGeom prst="rect">
            <a:avLst/>
          </a:prstGeom>
        </p:spPr>
        <p:txBody>
          <a:bodyPr vert="horz" wrap="square" lIns="0" tIns="12700" rIns="0" bIns="0" rtlCol="0">
            <a:spAutoFit/>
          </a:bodyPr>
          <a:lstStyle/>
          <a:p>
            <a:pPr marL="12700">
              <a:lnSpc>
                <a:spcPct val="100000"/>
              </a:lnSpc>
              <a:spcBef>
                <a:spcPts val="100"/>
              </a:spcBef>
            </a:pPr>
            <a:r>
              <a:rPr sz="3000" b="1" spc="215" dirty="0">
                <a:solidFill>
                  <a:srgbClr val="17716C"/>
                </a:solidFill>
                <a:latin typeface="Trebuchet MS"/>
                <a:cs typeface="Trebuchet MS"/>
              </a:rPr>
              <a:t>03</a:t>
            </a:r>
            <a:endParaRPr sz="3000">
              <a:latin typeface="Trebuchet MS"/>
              <a:cs typeface="Trebuchet MS"/>
            </a:endParaRPr>
          </a:p>
        </p:txBody>
      </p:sp>
      <p:pic>
        <p:nvPicPr>
          <p:cNvPr id="12" name="object 12"/>
          <p:cNvPicPr/>
          <p:nvPr/>
        </p:nvPicPr>
        <p:blipFill>
          <a:blip r:embed="rId2" cstate="print"/>
          <a:stretch>
            <a:fillRect/>
          </a:stretch>
        </p:blipFill>
        <p:spPr>
          <a:xfrm>
            <a:off x="0" y="1284986"/>
            <a:ext cx="8284082" cy="4841494"/>
          </a:xfrm>
          <a:prstGeom prst="rect">
            <a:avLst/>
          </a:prstGeom>
        </p:spPr>
      </p:pic>
      <p:sp>
        <p:nvSpPr>
          <p:cNvPr id="13" name="object 13"/>
          <p:cNvSpPr txBox="1"/>
          <p:nvPr/>
        </p:nvSpPr>
        <p:spPr>
          <a:xfrm>
            <a:off x="1489710" y="6278117"/>
            <a:ext cx="6057900" cy="989330"/>
          </a:xfrm>
          <a:prstGeom prst="rect">
            <a:avLst/>
          </a:prstGeom>
        </p:spPr>
        <p:txBody>
          <a:bodyPr vert="horz" wrap="square" lIns="0" tIns="12700" rIns="0" bIns="0" rtlCol="0">
            <a:spAutoFit/>
          </a:bodyPr>
          <a:lstStyle/>
          <a:p>
            <a:pPr marL="12700" marR="5080">
              <a:lnSpc>
                <a:spcPct val="117100"/>
              </a:lnSpc>
              <a:spcBef>
                <a:spcPts val="100"/>
              </a:spcBef>
            </a:pPr>
            <a:r>
              <a:rPr sz="2700" b="1" spc="70" dirty="0">
                <a:solidFill>
                  <a:srgbClr val="FFFFFF"/>
                </a:solidFill>
                <a:latin typeface="Trebuchet MS"/>
                <a:cs typeface="Trebuchet MS"/>
              </a:rPr>
              <a:t>Microcontroller</a:t>
            </a:r>
            <a:r>
              <a:rPr sz="2700" b="1" spc="-130" dirty="0">
                <a:solidFill>
                  <a:srgbClr val="FFFFFF"/>
                </a:solidFill>
                <a:latin typeface="Trebuchet MS"/>
                <a:cs typeface="Trebuchet MS"/>
              </a:rPr>
              <a:t> </a:t>
            </a:r>
            <a:r>
              <a:rPr sz="2700" b="1" spc="160" dirty="0">
                <a:solidFill>
                  <a:srgbClr val="FFFFFF"/>
                </a:solidFill>
                <a:latin typeface="Trebuchet MS"/>
                <a:cs typeface="Trebuchet MS"/>
              </a:rPr>
              <a:t>Based</a:t>
            </a:r>
            <a:r>
              <a:rPr sz="2700" b="1" spc="-185" dirty="0">
                <a:solidFill>
                  <a:srgbClr val="FFFFFF"/>
                </a:solidFill>
                <a:latin typeface="Trebuchet MS"/>
                <a:cs typeface="Trebuchet MS"/>
              </a:rPr>
              <a:t> </a:t>
            </a:r>
            <a:r>
              <a:rPr sz="2700" b="1" spc="55" dirty="0">
                <a:solidFill>
                  <a:srgbClr val="FFFFFF"/>
                </a:solidFill>
                <a:latin typeface="Trebuchet MS"/>
                <a:cs typeface="Trebuchet MS"/>
              </a:rPr>
              <a:t>Temperature </a:t>
            </a:r>
            <a:r>
              <a:rPr sz="2700" b="1" spc="85" dirty="0">
                <a:solidFill>
                  <a:srgbClr val="FFFFFF"/>
                </a:solidFill>
                <a:latin typeface="Trebuchet MS"/>
                <a:cs typeface="Trebuchet MS"/>
              </a:rPr>
              <a:t>Monitoring</a:t>
            </a:r>
            <a:endParaRPr sz="2700" dirty="0">
              <a:latin typeface="Trebuchet MS"/>
              <a:cs typeface="Trebuchet MS"/>
            </a:endParaRPr>
          </a:p>
        </p:txBody>
      </p:sp>
      <p:sp>
        <p:nvSpPr>
          <p:cNvPr id="14" name="object 14"/>
          <p:cNvSpPr txBox="1"/>
          <p:nvPr/>
        </p:nvSpPr>
        <p:spPr>
          <a:xfrm>
            <a:off x="629513" y="7428738"/>
            <a:ext cx="7667625" cy="2378075"/>
          </a:xfrm>
          <a:prstGeom prst="rect">
            <a:avLst/>
          </a:prstGeom>
        </p:spPr>
        <p:txBody>
          <a:bodyPr vert="horz" wrap="square" lIns="0" tIns="13335" rIns="0" bIns="0" rtlCol="0">
            <a:spAutoFit/>
          </a:bodyPr>
          <a:lstStyle/>
          <a:p>
            <a:pPr marL="12700" marR="5080" algn="just">
              <a:lnSpc>
                <a:spcPct val="128600"/>
              </a:lnSpc>
              <a:spcBef>
                <a:spcPts val="105"/>
              </a:spcBef>
            </a:pPr>
            <a:r>
              <a:rPr sz="2400" spc="70" dirty="0">
                <a:solidFill>
                  <a:srgbClr val="FFFFFF"/>
                </a:solidFill>
                <a:latin typeface="Tahoma"/>
                <a:cs typeface="Tahoma"/>
              </a:rPr>
              <a:t>A</a:t>
            </a:r>
            <a:r>
              <a:rPr sz="2400" spc="390" dirty="0">
                <a:solidFill>
                  <a:srgbClr val="FFFFFF"/>
                </a:solidFill>
                <a:latin typeface="Tahoma"/>
                <a:cs typeface="Tahoma"/>
              </a:rPr>
              <a:t>  </a:t>
            </a:r>
            <a:r>
              <a:rPr sz="2400" spc="85" dirty="0">
                <a:solidFill>
                  <a:srgbClr val="FFFFFF"/>
                </a:solidFill>
                <a:latin typeface="Tahoma"/>
                <a:cs typeface="Tahoma"/>
              </a:rPr>
              <a:t>microcontroller</a:t>
            </a:r>
            <a:r>
              <a:rPr sz="2400" spc="390" dirty="0">
                <a:solidFill>
                  <a:srgbClr val="FFFFFF"/>
                </a:solidFill>
                <a:latin typeface="Tahoma"/>
                <a:cs typeface="Tahoma"/>
              </a:rPr>
              <a:t>  </a:t>
            </a:r>
            <a:r>
              <a:rPr sz="2400" spc="110" dirty="0">
                <a:solidFill>
                  <a:srgbClr val="FFFFFF"/>
                </a:solidFill>
                <a:latin typeface="Tahoma"/>
                <a:cs typeface="Tahoma"/>
              </a:rPr>
              <a:t>monitors</a:t>
            </a:r>
            <a:r>
              <a:rPr sz="2400" spc="390" dirty="0">
                <a:solidFill>
                  <a:srgbClr val="FFFFFF"/>
                </a:solidFill>
                <a:latin typeface="Tahoma"/>
                <a:cs typeface="Tahoma"/>
              </a:rPr>
              <a:t>  </a:t>
            </a:r>
            <a:r>
              <a:rPr sz="2400" spc="65" dirty="0">
                <a:solidFill>
                  <a:srgbClr val="FFFFFF"/>
                </a:solidFill>
                <a:latin typeface="Tahoma"/>
                <a:cs typeface="Tahoma"/>
              </a:rPr>
              <a:t>battery</a:t>
            </a:r>
            <a:r>
              <a:rPr sz="2400" spc="390" dirty="0">
                <a:solidFill>
                  <a:srgbClr val="FFFFFF"/>
                </a:solidFill>
                <a:latin typeface="Tahoma"/>
                <a:cs typeface="Tahoma"/>
              </a:rPr>
              <a:t>  </a:t>
            </a:r>
            <a:r>
              <a:rPr sz="2400" spc="80" dirty="0">
                <a:solidFill>
                  <a:srgbClr val="FFFFFF"/>
                </a:solidFill>
                <a:latin typeface="Tahoma"/>
                <a:cs typeface="Tahoma"/>
              </a:rPr>
              <a:t>temperature </a:t>
            </a:r>
            <a:r>
              <a:rPr sz="2400" spc="65" dirty="0">
                <a:solidFill>
                  <a:srgbClr val="FFFFFF"/>
                </a:solidFill>
                <a:latin typeface="Tahoma"/>
                <a:cs typeface="Tahoma"/>
              </a:rPr>
              <a:t>using</a:t>
            </a:r>
            <a:r>
              <a:rPr sz="2400" spc="-35" dirty="0">
                <a:solidFill>
                  <a:srgbClr val="FFFFFF"/>
                </a:solidFill>
                <a:latin typeface="Tahoma"/>
                <a:cs typeface="Tahoma"/>
              </a:rPr>
              <a:t> </a:t>
            </a:r>
            <a:r>
              <a:rPr sz="2400" spc="70" dirty="0">
                <a:solidFill>
                  <a:srgbClr val="FFFFFF"/>
                </a:solidFill>
                <a:latin typeface="Tahoma"/>
                <a:cs typeface="Tahoma"/>
              </a:rPr>
              <a:t>integrated</a:t>
            </a:r>
            <a:r>
              <a:rPr sz="2400" spc="-50" dirty="0">
                <a:solidFill>
                  <a:srgbClr val="FFFFFF"/>
                </a:solidFill>
                <a:latin typeface="Tahoma"/>
                <a:cs typeface="Tahoma"/>
              </a:rPr>
              <a:t> </a:t>
            </a:r>
            <a:r>
              <a:rPr sz="2400" spc="60" dirty="0">
                <a:solidFill>
                  <a:srgbClr val="FFFFFF"/>
                </a:solidFill>
                <a:latin typeface="Tahoma"/>
                <a:cs typeface="Tahoma"/>
              </a:rPr>
              <a:t>sensors,</a:t>
            </a:r>
            <a:r>
              <a:rPr sz="2400" spc="-45" dirty="0">
                <a:solidFill>
                  <a:srgbClr val="FFFFFF"/>
                </a:solidFill>
                <a:latin typeface="Tahoma"/>
                <a:cs typeface="Tahoma"/>
              </a:rPr>
              <a:t> </a:t>
            </a:r>
            <a:r>
              <a:rPr sz="2400" spc="70" dirty="0">
                <a:solidFill>
                  <a:srgbClr val="FFFFFF"/>
                </a:solidFill>
                <a:latin typeface="Tahoma"/>
                <a:cs typeface="Tahoma"/>
              </a:rPr>
              <a:t>displaying</a:t>
            </a:r>
            <a:r>
              <a:rPr sz="2400" spc="-20" dirty="0">
                <a:solidFill>
                  <a:srgbClr val="FFFFFF"/>
                </a:solidFill>
                <a:latin typeface="Tahoma"/>
                <a:cs typeface="Tahoma"/>
              </a:rPr>
              <a:t> </a:t>
            </a:r>
            <a:r>
              <a:rPr sz="2400" dirty="0">
                <a:solidFill>
                  <a:srgbClr val="FFFFFF"/>
                </a:solidFill>
                <a:latin typeface="Tahoma"/>
                <a:cs typeface="Tahoma"/>
              </a:rPr>
              <a:t>real-</a:t>
            </a:r>
            <a:r>
              <a:rPr sz="2400" spc="95" dirty="0">
                <a:solidFill>
                  <a:srgbClr val="FFFFFF"/>
                </a:solidFill>
                <a:latin typeface="Tahoma"/>
                <a:cs typeface="Tahoma"/>
              </a:rPr>
              <a:t>time</a:t>
            </a:r>
            <a:r>
              <a:rPr sz="2400" spc="-45" dirty="0">
                <a:solidFill>
                  <a:srgbClr val="FFFFFF"/>
                </a:solidFill>
                <a:latin typeface="Tahoma"/>
                <a:cs typeface="Tahoma"/>
              </a:rPr>
              <a:t> </a:t>
            </a:r>
            <a:r>
              <a:rPr sz="2400" spc="70" dirty="0">
                <a:solidFill>
                  <a:srgbClr val="FFFFFF"/>
                </a:solidFill>
                <a:latin typeface="Tahoma"/>
                <a:cs typeface="Tahoma"/>
              </a:rPr>
              <a:t>data</a:t>
            </a:r>
            <a:r>
              <a:rPr sz="2400" spc="-25" dirty="0">
                <a:solidFill>
                  <a:srgbClr val="FFFFFF"/>
                </a:solidFill>
                <a:latin typeface="Tahoma"/>
                <a:cs typeface="Tahoma"/>
              </a:rPr>
              <a:t> </a:t>
            </a:r>
            <a:r>
              <a:rPr sz="2400" spc="105" dirty="0">
                <a:solidFill>
                  <a:srgbClr val="FFFFFF"/>
                </a:solidFill>
                <a:latin typeface="Tahoma"/>
                <a:cs typeface="Tahoma"/>
              </a:rPr>
              <a:t>on </a:t>
            </a:r>
            <a:r>
              <a:rPr sz="2400" spc="80" dirty="0">
                <a:solidFill>
                  <a:srgbClr val="FFFFFF"/>
                </a:solidFill>
                <a:latin typeface="Tahoma"/>
                <a:cs typeface="Tahoma"/>
              </a:rPr>
              <a:t>the</a:t>
            </a:r>
            <a:r>
              <a:rPr sz="2400" spc="285" dirty="0">
                <a:solidFill>
                  <a:srgbClr val="FFFFFF"/>
                </a:solidFill>
                <a:latin typeface="Tahoma"/>
                <a:cs typeface="Tahoma"/>
              </a:rPr>
              <a:t> </a:t>
            </a:r>
            <a:r>
              <a:rPr sz="2400" spc="90" dirty="0">
                <a:solidFill>
                  <a:srgbClr val="FFFFFF"/>
                </a:solidFill>
                <a:latin typeface="Tahoma"/>
                <a:cs typeface="Tahoma"/>
              </a:rPr>
              <a:t>speedometer.</a:t>
            </a:r>
            <a:r>
              <a:rPr sz="2400" spc="285" dirty="0">
                <a:solidFill>
                  <a:srgbClr val="FFFFFF"/>
                </a:solidFill>
                <a:latin typeface="Tahoma"/>
                <a:cs typeface="Tahoma"/>
              </a:rPr>
              <a:t> </a:t>
            </a:r>
            <a:r>
              <a:rPr sz="2400" spc="100" dirty="0">
                <a:solidFill>
                  <a:srgbClr val="FFFFFF"/>
                </a:solidFill>
                <a:latin typeface="Tahoma"/>
                <a:cs typeface="Tahoma"/>
              </a:rPr>
              <a:t>When</a:t>
            </a:r>
            <a:r>
              <a:rPr sz="2400" spc="295" dirty="0">
                <a:solidFill>
                  <a:srgbClr val="FFFFFF"/>
                </a:solidFill>
                <a:latin typeface="Tahoma"/>
                <a:cs typeface="Tahoma"/>
              </a:rPr>
              <a:t> </a:t>
            </a:r>
            <a:r>
              <a:rPr sz="2400" spc="80" dirty="0">
                <a:solidFill>
                  <a:srgbClr val="FFFFFF"/>
                </a:solidFill>
                <a:latin typeface="Tahoma"/>
                <a:cs typeface="Tahoma"/>
              </a:rPr>
              <a:t>the</a:t>
            </a:r>
            <a:r>
              <a:rPr sz="2400" spc="290" dirty="0">
                <a:solidFill>
                  <a:srgbClr val="FFFFFF"/>
                </a:solidFill>
                <a:latin typeface="Tahoma"/>
                <a:cs typeface="Tahoma"/>
              </a:rPr>
              <a:t> </a:t>
            </a:r>
            <a:r>
              <a:rPr sz="2400" spc="90" dirty="0">
                <a:solidFill>
                  <a:srgbClr val="FFFFFF"/>
                </a:solidFill>
                <a:latin typeface="Tahoma"/>
                <a:cs typeface="Tahoma"/>
              </a:rPr>
              <a:t>temperature</a:t>
            </a:r>
            <a:r>
              <a:rPr sz="2400" spc="270" dirty="0">
                <a:solidFill>
                  <a:srgbClr val="FFFFFF"/>
                </a:solidFill>
                <a:latin typeface="Tahoma"/>
                <a:cs typeface="Tahoma"/>
              </a:rPr>
              <a:t> </a:t>
            </a:r>
            <a:r>
              <a:rPr sz="2400" spc="55" dirty="0">
                <a:solidFill>
                  <a:srgbClr val="FFFFFF"/>
                </a:solidFill>
                <a:latin typeface="Tahoma"/>
                <a:cs typeface="Tahoma"/>
              </a:rPr>
              <a:t>exceeds</a:t>
            </a:r>
            <a:r>
              <a:rPr sz="2400" spc="295" dirty="0">
                <a:solidFill>
                  <a:srgbClr val="FFFFFF"/>
                </a:solidFill>
                <a:latin typeface="Tahoma"/>
                <a:cs typeface="Tahoma"/>
              </a:rPr>
              <a:t> </a:t>
            </a:r>
            <a:r>
              <a:rPr sz="2400" spc="10" dirty="0">
                <a:solidFill>
                  <a:srgbClr val="FFFFFF"/>
                </a:solidFill>
                <a:latin typeface="Tahoma"/>
                <a:cs typeface="Tahoma"/>
              </a:rPr>
              <a:t>a </a:t>
            </a:r>
            <a:r>
              <a:rPr sz="2400" spc="55" dirty="0">
                <a:solidFill>
                  <a:srgbClr val="FFFFFF"/>
                </a:solidFill>
                <a:latin typeface="Tahoma"/>
                <a:cs typeface="Tahoma"/>
              </a:rPr>
              <a:t>critical</a:t>
            </a:r>
            <a:r>
              <a:rPr sz="2400" spc="490" dirty="0">
                <a:solidFill>
                  <a:srgbClr val="FFFFFF"/>
                </a:solidFill>
                <a:latin typeface="Tahoma"/>
                <a:cs typeface="Tahoma"/>
              </a:rPr>
              <a:t> </a:t>
            </a:r>
            <a:r>
              <a:rPr sz="2400" spc="65" dirty="0">
                <a:solidFill>
                  <a:srgbClr val="FFFFFF"/>
                </a:solidFill>
                <a:latin typeface="Tahoma"/>
                <a:cs typeface="Tahoma"/>
              </a:rPr>
              <a:t>threshold,</a:t>
            </a:r>
            <a:r>
              <a:rPr sz="2400" spc="495" dirty="0">
                <a:solidFill>
                  <a:srgbClr val="FFFFFF"/>
                </a:solidFill>
                <a:latin typeface="Tahoma"/>
                <a:cs typeface="Tahoma"/>
              </a:rPr>
              <a:t> </a:t>
            </a:r>
            <a:r>
              <a:rPr sz="2400" dirty="0">
                <a:solidFill>
                  <a:srgbClr val="FFFFFF"/>
                </a:solidFill>
                <a:latin typeface="Tahoma"/>
                <a:cs typeface="Tahoma"/>
              </a:rPr>
              <a:t>it</a:t>
            </a:r>
            <a:r>
              <a:rPr sz="2400" spc="505" dirty="0">
                <a:solidFill>
                  <a:srgbClr val="FFFFFF"/>
                </a:solidFill>
                <a:latin typeface="Tahoma"/>
                <a:cs typeface="Tahoma"/>
              </a:rPr>
              <a:t> </a:t>
            </a:r>
            <a:r>
              <a:rPr sz="2400" dirty="0">
                <a:solidFill>
                  <a:srgbClr val="FFFFFF"/>
                </a:solidFill>
                <a:latin typeface="Tahoma"/>
                <a:cs typeface="Tahoma"/>
              </a:rPr>
              <a:t>triggers</a:t>
            </a:r>
            <a:r>
              <a:rPr sz="2400" spc="490" dirty="0">
                <a:solidFill>
                  <a:srgbClr val="FFFFFF"/>
                </a:solidFill>
                <a:latin typeface="Tahoma"/>
                <a:cs typeface="Tahoma"/>
              </a:rPr>
              <a:t> </a:t>
            </a:r>
            <a:r>
              <a:rPr sz="2400" spc="70" dirty="0">
                <a:solidFill>
                  <a:srgbClr val="FFFFFF"/>
                </a:solidFill>
                <a:latin typeface="Tahoma"/>
                <a:cs typeface="Tahoma"/>
              </a:rPr>
              <a:t>driver</a:t>
            </a:r>
            <a:r>
              <a:rPr sz="2400" spc="490" dirty="0">
                <a:solidFill>
                  <a:srgbClr val="FFFFFF"/>
                </a:solidFill>
                <a:latin typeface="Tahoma"/>
                <a:cs typeface="Tahoma"/>
              </a:rPr>
              <a:t> </a:t>
            </a:r>
            <a:r>
              <a:rPr sz="2400" spc="70" dirty="0">
                <a:solidFill>
                  <a:srgbClr val="FFFFFF"/>
                </a:solidFill>
                <a:latin typeface="Tahoma"/>
                <a:cs typeface="Tahoma"/>
              </a:rPr>
              <a:t>notifications</a:t>
            </a:r>
            <a:r>
              <a:rPr sz="2400" spc="490" dirty="0">
                <a:solidFill>
                  <a:srgbClr val="FFFFFF"/>
                </a:solidFill>
                <a:latin typeface="Tahoma"/>
                <a:cs typeface="Tahoma"/>
              </a:rPr>
              <a:t> </a:t>
            </a:r>
            <a:r>
              <a:rPr sz="2400" spc="80" dirty="0">
                <a:solidFill>
                  <a:srgbClr val="FFFFFF"/>
                </a:solidFill>
                <a:latin typeface="Tahoma"/>
                <a:cs typeface="Tahoma"/>
              </a:rPr>
              <a:t>and </a:t>
            </a:r>
            <a:r>
              <a:rPr sz="2400" spc="85" dirty="0">
                <a:solidFill>
                  <a:srgbClr val="FFFFFF"/>
                </a:solidFill>
                <a:latin typeface="Tahoma"/>
                <a:cs typeface="Tahoma"/>
              </a:rPr>
              <a:t>alarms</a:t>
            </a:r>
            <a:r>
              <a:rPr sz="2400" spc="-95" dirty="0">
                <a:solidFill>
                  <a:srgbClr val="FFFFFF"/>
                </a:solidFill>
                <a:latin typeface="Tahoma"/>
                <a:cs typeface="Tahoma"/>
              </a:rPr>
              <a:t> </a:t>
            </a:r>
            <a:r>
              <a:rPr sz="2400" spc="95" dirty="0">
                <a:solidFill>
                  <a:srgbClr val="FFFFFF"/>
                </a:solidFill>
                <a:latin typeface="Tahoma"/>
                <a:cs typeface="Tahoma"/>
              </a:rPr>
              <a:t>for</a:t>
            </a:r>
            <a:r>
              <a:rPr sz="2400" spc="-130" dirty="0">
                <a:solidFill>
                  <a:srgbClr val="FFFFFF"/>
                </a:solidFill>
                <a:latin typeface="Tahoma"/>
                <a:cs typeface="Tahoma"/>
              </a:rPr>
              <a:t> </a:t>
            </a:r>
            <a:r>
              <a:rPr sz="2400" spc="60" dirty="0">
                <a:solidFill>
                  <a:srgbClr val="FFFFFF"/>
                </a:solidFill>
                <a:latin typeface="Tahoma"/>
                <a:cs typeface="Tahoma"/>
              </a:rPr>
              <a:t>early</a:t>
            </a:r>
            <a:r>
              <a:rPr sz="2400" spc="-95" dirty="0">
                <a:solidFill>
                  <a:srgbClr val="FFFFFF"/>
                </a:solidFill>
                <a:latin typeface="Tahoma"/>
                <a:cs typeface="Tahoma"/>
              </a:rPr>
              <a:t> </a:t>
            </a:r>
            <a:r>
              <a:rPr sz="2400" spc="55" dirty="0">
                <a:solidFill>
                  <a:srgbClr val="FFFFFF"/>
                </a:solidFill>
                <a:latin typeface="Tahoma"/>
                <a:cs typeface="Tahoma"/>
              </a:rPr>
              <a:t>intervention.</a:t>
            </a:r>
            <a:endParaRPr sz="2400" dirty="0">
              <a:latin typeface="Tahoma"/>
              <a:cs typeface="Tahoma"/>
            </a:endParaRPr>
          </a:p>
        </p:txBody>
      </p:sp>
      <p:sp>
        <p:nvSpPr>
          <p:cNvPr id="15" name="object 15"/>
          <p:cNvSpPr txBox="1"/>
          <p:nvPr/>
        </p:nvSpPr>
        <p:spPr>
          <a:xfrm>
            <a:off x="9703434" y="7093457"/>
            <a:ext cx="7409815" cy="436880"/>
          </a:xfrm>
          <a:prstGeom prst="rect">
            <a:avLst/>
          </a:prstGeom>
        </p:spPr>
        <p:txBody>
          <a:bodyPr vert="horz" wrap="square" lIns="0" tIns="12700" rIns="0" bIns="0" rtlCol="0">
            <a:spAutoFit/>
          </a:bodyPr>
          <a:lstStyle/>
          <a:p>
            <a:pPr marL="12700">
              <a:lnSpc>
                <a:spcPct val="100000"/>
              </a:lnSpc>
              <a:spcBef>
                <a:spcPts val="100"/>
              </a:spcBef>
            </a:pPr>
            <a:r>
              <a:rPr sz="2700" b="1" spc="110" dirty="0">
                <a:solidFill>
                  <a:srgbClr val="FFFFFF"/>
                </a:solidFill>
                <a:latin typeface="Trebuchet MS"/>
                <a:cs typeface="Trebuchet MS"/>
              </a:rPr>
              <a:t>Solar</a:t>
            </a:r>
            <a:r>
              <a:rPr sz="2700" b="1" spc="-180" dirty="0">
                <a:solidFill>
                  <a:srgbClr val="FFFFFF"/>
                </a:solidFill>
                <a:latin typeface="Trebuchet MS"/>
                <a:cs typeface="Trebuchet MS"/>
              </a:rPr>
              <a:t> </a:t>
            </a:r>
            <a:r>
              <a:rPr sz="2700" b="1" spc="105" dirty="0">
                <a:solidFill>
                  <a:srgbClr val="FFFFFF"/>
                </a:solidFill>
                <a:latin typeface="Trebuchet MS"/>
                <a:cs typeface="Trebuchet MS"/>
              </a:rPr>
              <a:t>Panels</a:t>
            </a:r>
            <a:r>
              <a:rPr sz="2700" b="1" spc="-185" dirty="0">
                <a:solidFill>
                  <a:srgbClr val="FFFFFF"/>
                </a:solidFill>
                <a:latin typeface="Trebuchet MS"/>
                <a:cs typeface="Trebuchet MS"/>
              </a:rPr>
              <a:t> </a:t>
            </a:r>
            <a:r>
              <a:rPr sz="2700" b="1" spc="90" dirty="0">
                <a:solidFill>
                  <a:srgbClr val="FFFFFF"/>
                </a:solidFill>
                <a:latin typeface="Trebuchet MS"/>
                <a:cs typeface="Trebuchet MS"/>
              </a:rPr>
              <a:t>Powered</a:t>
            </a:r>
            <a:r>
              <a:rPr sz="2700" b="1" spc="-170" dirty="0">
                <a:solidFill>
                  <a:srgbClr val="FFFFFF"/>
                </a:solidFill>
                <a:latin typeface="Trebuchet MS"/>
                <a:cs typeface="Trebuchet MS"/>
              </a:rPr>
              <a:t> </a:t>
            </a:r>
            <a:r>
              <a:rPr sz="2700" b="1" spc="95" dirty="0">
                <a:solidFill>
                  <a:srgbClr val="FFFFFF"/>
                </a:solidFill>
                <a:latin typeface="Trebuchet MS"/>
                <a:cs typeface="Trebuchet MS"/>
              </a:rPr>
              <a:t>Rechargeable</a:t>
            </a:r>
            <a:r>
              <a:rPr sz="2700" b="1" spc="-165" dirty="0">
                <a:solidFill>
                  <a:srgbClr val="FFFFFF"/>
                </a:solidFill>
                <a:latin typeface="Trebuchet MS"/>
                <a:cs typeface="Trebuchet MS"/>
              </a:rPr>
              <a:t> </a:t>
            </a:r>
            <a:r>
              <a:rPr sz="2700" b="1" spc="40" dirty="0">
                <a:solidFill>
                  <a:srgbClr val="FFFFFF"/>
                </a:solidFill>
                <a:latin typeface="Trebuchet MS"/>
                <a:cs typeface="Trebuchet MS"/>
              </a:rPr>
              <a:t>Battery</a:t>
            </a:r>
            <a:endParaRPr sz="2700">
              <a:latin typeface="Trebuchet MS"/>
              <a:cs typeface="Trebuchet MS"/>
            </a:endParaRPr>
          </a:p>
        </p:txBody>
      </p:sp>
      <p:sp>
        <p:nvSpPr>
          <p:cNvPr id="16" name="object 16"/>
          <p:cNvSpPr txBox="1"/>
          <p:nvPr/>
        </p:nvSpPr>
        <p:spPr>
          <a:xfrm>
            <a:off x="9132189" y="7737729"/>
            <a:ext cx="9025255" cy="1906905"/>
          </a:xfrm>
          <a:prstGeom prst="rect">
            <a:avLst/>
          </a:prstGeom>
        </p:spPr>
        <p:txBody>
          <a:bodyPr vert="horz" wrap="square" lIns="0" tIns="13335" rIns="0" bIns="0" rtlCol="0">
            <a:spAutoFit/>
          </a:bodyPr>
          <a:lstStyle/>
          <a:p>
            <a:pPr marL="12700" marR="5080" algn="just">
              <a:lnSpc>
                <a:spcPct val="128499"/>
              </a:lnSpc>
              <a:spcBef>
                <a:spcPts val="105"/>
              </a:spcBef>
            </a:pPr>
            <a:r>
              <a:rPr sz="2400" spc="65" dirty="0">
                <a:solidFill>
                  <a:srgbClr val="FFFFFF"/>
                </a:solidFill>
                <a:latin typeface="Tahoma"/>
                <a:cs typeface="Tahoma"/>
              </a:rPr>
              <a:t>Solar</a:t>
            </a:r>
            <a:r>
              <a:rPr sz="2400" spc="60" dirty="0">
                <a:solidFill>
                  <a:srgbClr val="FFFFFF"/>
                </a:solidFill>
                <a:latin typeface="Tahoma"/>
                <a:cs typeface="Tahoma"/>
              </a:rPr>
              <a:t> </a:t>
            </a:r>
            <a:r>
              <a:rPr sz="2400" spc="80" dirty="0">
                <a:solidFill>
                  <a:srgbClr val="FFFFFF"/>
                </a:solidFill>
                <a:latin typeface="Tahoma"/>
                <a:cs typeface="Tahoma"/>
              </a:rPr>
              <a:t>panels</a:t>
            </a:r>
            <a:r>
              <a:rPr sz="2400" spc="60" dirty="0">
                <a:solidFill>
                  <a:srgbClr val="FFFFFF"/>
                </a:solidFill>
                <a:latin typeface="Tahoma"/>
                <a:cs typeface="Tahoma"/>
              </a:rPr>
              <a:t> are</a:t>
            </a:r>
            <a:r>
              <a:rPr sz="2400" spc="55" dirty="0">
                <a:solidFill>
                  <a:srgbClr val="FFFFFF"/>
                </a:solidFill>
                <a:latin typeface="Tahoma"/>
                <a:cs typeface="Tahoma"/>
              </a:rPr>
              <a:t> </a:t>
            </a:r>
            <a:r>
              <a:rPr sz="2400" spc="100" dirty="0">
                <a:solidFill>
                  <a:srgbClr val="FFFFFF"/>
                </a:solidFill>
                <a:latin typeface="Tahoma"/>
                <a:cs typeface="Tahoma"/>
              </a:rPr>
              <a:t>used</a:t>
            </a:r>
            <a:r>
              <a:rPr sz="2400" spc="75" dirty="0">
                <a:solidFill>
                  <a:srgbClr val="FFFFFF"/>
                </a:solidFill>
                <a:latin typeface="Tahoma"/>
                <a:cs typeface="Tahoma"/>
              </a:rPr>
              <a:t> </a:t>
            </a:r>
            <a:r>
              <a:rPr sz="2400" spc="90" dirty="0">
                <a:solidFill>
                  <a:srgbClr val="FFFFFF"/>
                </a:solidFill>
                <a:latin typeface="Tahoma"/>
                <a:cs typeface="Tahoma"/>
              </a:rPr>
              <a:t>to</a:t>
            </a:r>
            <a:r>
              <a:rPr sz="2400" spc="45" dirty="0">
                <a:solidFill>
                  <a:srgbClr val="FFFFFF"/>
                </a:solidFill>
                <a:latin typeface="Tahoma"/>
                <a:cs typeface="Tahoma"/>
              </a:rPr>
              <a:t> </a:t>
            </a:r>
            <a:r>
              <a:rPr sz="2400" spc="55" dirty="0">
                <a:solidFill>
                  <a:srgbClr val="FFFFFF"/>
                </a:solidFill>
                <a:latin typeface="Tahoma"/>
                <a:cs typeface="Tahoma"/>
              </a:rPr>
              <a:t>generate</a:t>
            </a:r>
            <a:r>
              <a:rPr sz="2400" spc="65" dirty="0">
                <a:solidFill>
                  <a:srgbClr val="FFFFFF"/>
                </a:solidFill>
                <a:latin typeface="Tahoma"/>
                <a:cs typeface="Tahoma"/>
              </a:rPr>
              <a:t> </a:t>
            </a:r>
            <a:r>
              <a:rPr sz="2400" dirty="0">
                <a:solidFill>
                  <a:srgbClr val="FFFFFF"/>
                </a:solidFill>
                <a:latin typeface="Tahoma"/>
                <a:cs typeface="Tahoma"/>
              </a:rPr>
              <a:t>electricity,</a:t>
            </a:r>
            <a:r>
              <a:rPr sz="2400" spc="70" dirty="0">
                <a:solidFill>
                  <a:srgbClr val="FFFFFF"/>
                </a:solidFill>
                <a:latin typeface="Tahoma"/>
                <a:cs typeface="Tahoma"/>
              </a:rPr>
              <a:t> </a:t>
            </a:r>
            <a:r>
              <a:rPr sz="2400" spc="80" dirty="0">
                <a:solidFill>
                  <a:srgbClr val="FFFFFF"/>
                </a:solidFill>
                <a:latin typeface="Tahoma"/>
                <a:cs typeface="Tahoma"/>
              </a:rPr>
              <a:t>which</a:t>
            </a:r>
            <a:r>
              <a:rPr sz="2400" spc="45" dirty="0">
                <a:solidFill>
                  <a:srgbClr val="FFFFFF"/>
                </a:solidFill>
                <a:latin typeface="Tahoma"/>
                <a:cs typeface="Tahoma"/>
              </a:rPr>
              <a:t> </a:t>
            </a:r>
            <a:r>
              <a:rPr sz="2400" spc="55" dirty="0">
                <a:solidFill>
                  <a:srgbClr val="FFFFFF"/>
                </a:solidFill>
                <a:latin typeface="Tahoma"/>
                <a:cs typeface="Tahoma"/>
              </a:rPr>
              <a:t>is</a:t>
            </a:r>
            <a:r>
              <a:rPr sz="2400" spc="50" dirty="0">
                <a:solidFill>
                  <a:srgbClr val="FFFFFF"/>
                </a:solidFill>
                <a:latin typeface="Tahoma"/>
                <a:cs typeface="Tahoma"/>
              </a:rPr>
              <a:t> </a:t>
            </a:r>
            <a:r>
              <a:rPr sz="2400" spc="85" dirty="0">
                <a:solidFill>
                  <a:srgbClr val="FFFFFF"/>
                </a:solidFill>
                <a:latin typeface="Tahoma"/>
                <a:cs typeface="Tahoma"/>
              </a:rPr>
              <a:t>stored</a:t>
            </a:r>
            <a:r>
              <a:rPr sz="2400" spc="65" dirty="0">
                <a:solidFill>
                  <a:srgbClr val="FFFFFF"/>
                </a:solidFill>
                <a:latin typeface="Tahoma"/>
                <a:cs typeface="Tahoma"/>
              </a:rPr>
              <a:t> </a:t>
            </a:r>
            <a:r>
              <a:rPr sz="2400" spc="70" dirty="0">
                <a:solidFill>
                  <a:srgbClr val="FFFFFF"/>
                </a:solidFill>
                <a:latin typeface="Tahoma"/>
                <a:cs typeface="Tahoma"/>
              </a:rPr>
              <a:t>in </a:t>
            </a:r>
            <a:r>
              <a:rPr sz="2400" spc="60" dirty="0">
                <a:solidFill>
                  <a:srgbClr val="FFFFFF"/>
                </a:solidFill>
                <a:latin typeface="Tahoma"/>
                <a:cs typeface="Tahoma"/>
              </a:rPr>
              <a:t>a</a:t>
            </a:r>
            <a:r>
              <a:rPr sz="2400" spc="105" dirty="0">
                <a:solidFill>
                  <a:srgbClr val="FFFFFF"/>
                </a:solidFill>
                <a:latin typeface="Tahoma"/>
                <a:cs typeface="Tahoma"/>
              </a:rPr>
              <a:t>  </a:t>
            </a:r>
            <a:r>
              <a:rPr sz="2400" spc="65" dirty="0">
                <a:solidFill>
                  <a:srgbClr val="FFFFFF"/>
                </a:solidFill>
                <a:latin typeface="Tahoma"/>
                <a:cs typeface="Tahoma"/>
              </a:rPr>
              <a:t>rechargeable</a:t>
            </a:r>
            <a:r>
              <a:rPr sz="2400" spc="110" dirty="0">
                <a:solidFill>
                  <a:srgbClr val="FFFFFF"/>
                </a:solidFill>
                <a:latin typeface="Tahoma"/>
                <a:cs typeface="Tahoma"/>
              </a:rPr>
              <a:t>  </a:t>
            </a:r>
            <a:r>
              <a:rPr sz="2400" dirty="0">
                <a:solidFill>
                  <a:srgbClr val="FFFFFF"/>
                </a:solidFill>
                <a:latin typeface="Tahoma"/>
                <a:cs typeface="Tahoma"/>
              </a:rPr>
              <a:t>battery.</a:t>
            </a:r>
            <a:r>
              <a:rPr sz="2400" spc="110" dirty="0">
                <a:solidFill>
                  <a:srgbClr val="FFFFFF"/>
                </a:solidFill>
                <a:latin typeface="Tahoma"/>
                <a:cs typeface="Tahoma"/>
              </a:rPr>
              <a:t>  </a:t>
            </a:r>
            <a:r>
              <a:rPr sz="2400" dirty="0">
                <a:solidFill>
                  <a:srgbClr val="FFFFFF"/>
                </a:solidFill>
                <a:latin typeface="Tahoma"/>
                <a:cs typeface="Tahoma"/>
              </a:rPr>
              <a:t>This</a:t>
            </a:r>
            <a:r>
              <a:rPr sz="2400" spc="105" dirty="0">
                <a:solidFill>
                  <a:srgbClr val="FFFFFF"/>
                </a:solidFill>
                <a:latin typeface="Tahoma"/>
                <a:cs typeface="Tahoma"/>
              </a:rPr>
              <a:t>  </a:t>
            </a:r>
            <a:r>
              <a:rPr sz="2400" spc="85" dirty="0">
                <a:solidFill>
                  <a:srgbClr val="FFFFFF"/>
                </a:solidFill>
                <a:latin typeface="Tahoma"/>
                <a:cs typeface="Tahoma"/>
              </a:rPr>
              <a:t>setup</a:t>
            </a:r>
            <a:r>
              <a:rPr sz="2400" spc="114" dirty="0">
                <a:solidFill>
                  <a:srgbClr val="FFFFFF"/>
                </a:solidFill>
                <a:latin typeface="Tahoma"/>
                <a:cs typeface="Tahoma"/>
              </a:rPr>
              <a:t>  </a:t>
            </a:r>
            <a:r>
              <a:rPr sz="2400" spc="80" dirty="0">
                <a:solidFill>
                  <a:srgbClr val="FFFFFF"/>
                </a:solidFill>
                <a:latin typeface="Tahoma"/>
                <a:cs typeface="Tahoma"/>
              </a:rPr>
              <a:t>ensures</a:t>
            </a:r>
            <a:r>
              <a:rPr sz="2400" spc="105" dirty="0">
                <a:solidFill>
                  <a:srgbClr val="FFFFFF"/>
                </a:solidFill>
                <a:latin typeface="Tahoma"/>
                <a:cs typeface="Tahoma"/>
              </a:rPr>
              <a:t>  </a:t>
            </a:r>
            <a:r>
              <a:rPr sz="2400" spc="85" dirty="0">
                <a:solidFill>
                  <a:srgbClr val="FFFFFF"/>
                </a:solidFill>
                <a:latin typeface="Tahoma"/>
                <a:cs typeface="Tahoma"/>
              </a:rPr>
              <a:t>the</a:t>
            </a:r>
            <a:r>
              <a:rPr sz="2400" spc="110" dirty="0">
                <a:solidFill>
                  <a:srgbClr val="FFFFFF"/>
                </a:solidFill>
                <a:latin typeface="Tahoma"/>
                <a:cs typeface="Tahoma"/>
              </a:rPr>
              <a:t>  </a:t>
            </a:r>
            <a:r>
              <a:rPr sz="2400" spc="70" dirty="0">
                <a:solidFill>
                  <a:srgbClr val="FFFFFF"/>
                </a:solidFill>
                <a:latin typeface="Tahoma"/>
                <a:cs typeface="Tahoma"/>
              </a:rPr>
              <a:t>system</a:t>
            </a:r>
            <a:r>
              <a:rPr sz="2400" spc="114" dirty="0">
                <a:solidFill>
                  <a:srgbClr val="FFFFFF"/>
                </a:solidFill>
                <a:latin typeface="Tahoma"/>
                <a:cs typeface="Tahoma"/>
              </a:rPr>
              <a:t>  </a:t>
            </a:r>
            <a:r>
              <a:rPr sz="2400" spc="45" dirty="0">
                <a:solidFill>
                  <a:srgbClr val="FFFFFF"/>
                </a:solidFill>
                <a:latin typeface="Tahoma"/>
                <a:cs typeface="Tahoma"/>
              </a:rPr>
              <a:t>is </a:t>
            </a:r>
            <a:r>
              <a:rPr sz="2400" dirty="0">
                <a:solidFill>
                  <a:srgbClr val="FFFFFF"/>
                </a:solidFill>
                <a:latin typeface="Tahoma"/>
                <a:cs typeface="Tahoma"/>
              </a:rPr>
              <a:t>energy-</a:t>
            </a:r>
            <a:r>
              <a:rPr sz="2400" spc="75" dirty="0">
                <a:solidFill>
                  <a:srgbClr val="FFFFFF"/>
                </a:solidFill>
                <a:latin typeface="Tahoma"/>
                <a:cs typeface="Tahoma"/>
              </a:rPr>
              <a:t>independent,</a:t>
            </a:r>
            <a:r>
              <a:rPr sz="2400" spc="170" dirty="0">
                <a:solidFill>
                  <a:srgbClr val="FFFFFF"/>
                </a:solidFill>
                <a:latin typeface="Tahoma"/>
                <a:cs typeface="Tahoma"/>
              </a:rPr>
              <a:t>  </a:t>
            </a:r>
            <a:r>
              <a:rPr sz="2400" spc="80" dirty="0">
                <a:solidFill>
                  <a:srgbClr val="FFFFFF"/>
                </a:solidFill>
                <a:latin typeface="Tahoma"/>
                <a:cs typeface="Tahoma"/>
              </a:rPr>
              <a:t>reducing</a:t>
            </a:r>
            <a:r>
              <a:rPr sz="2400" spc="160" dirty="0">
                <a:solidFill>
                  <a:srgbClr val="FFFFFF"/>
                </a:solidFill>
                <a:latin typeface="Tahoma"/>
                <a:cs typeface="Tahoma"/>
              </a:rPr>
              <a:t>  </a:t>
            </a:r>
            <a:r>
              <a:rPr sz="2400" spc="75" dirty="0">
                <a:solidFill>
                  <a:srgbClr val="FFFFFF"/>
                </a:solidFill>
                <a:latin typeface="Tahoma"/>
                <a:cs typeface="Tahoma"/>
              </a:rPr>
              <a:t>the</a:t>
            </a:r>
            <a:r>
              <a:rPr sz="2400" spc="160" dirty="0">
                <a:solidFill>
                  <a:srgbClr val="FFFFFF"/>
                </a:solidFill>
                <a:latin typeface="Tahoma"/>
                <a:cs typeface="Tahoma"/>
              </a:rPr>
              <a:t>  </a:t>
            </a:r>
            <a:r>
              <a:rPr sz="2400" spc="95" dirty="0">
                <a:solidFill>
                  <a:srgbClr val="FFFFFF"/>
                </a:solidFill>
                <a:latin typeface="Tahoma"/>
                <a:cs typeface="Tahoma"/>
              </a:rPr>
              <a:t>load</a:t>
            </a:r>
            <a:r>
              <a:rPr sz="2400" spc="175" dirty="0">
                <a:solidFill>
                  <a:srgbClr val="FFFFFF"/>
                </a:solidFill>
                <a:latin typeface="Tahoma"/>
                <a:cs typeface="Tahoma"/>
              </a:rPr>
              <a:t>  </a:t>
            </a:r>
            <a:r>
              <a:rPr sz="2400" spc="130" dirty="0">
                <a:solidFill>
                  <a:srgbClr val="FFFFFF"/>
                </a:solidFill>
                <a:latin typeface="Tahoma"/>
                <a:cs typeface="Tahoma"/>
              </a:rPr>
              <a:t>on</a:t>
            </a:r>
            <a:r>
              <a:rPr sz="2400" spc="160" dirty="0">
                <a:solidFill>
                  <a:srgbClr val="FFFFFF"/>
                </a:solidFill>
                <a:latin typeface="Tahoma"/>
                <a:cs typeface="Tahoma"/>
              </a:rPr>
              <a:t>  </a:t>
            </a:r>
            <a:r>
              <a:rPr sz="2400" spc="75" dirty="0">
                <a:solidFill>
                  <a:srgbClr val="FFFFFF"/>
                </a:solidFill>
                <a:latin typeface="Tahoma"/>
                <a:cs typeface="Tahoma"/>
              </a:rPr>
              <a:t>the</a:t>
            </a:r>
            <a:r>
              <a:rPr sz="2400" spc="165" dirty="0">
                <a:solidFill>
                  <a:srgbClr val="FFFFFF"/>
                </a:solidFill>
                <a:latin typeface="Tahoma"/>
                <a:cs typeface="Tahoma"/>
              </a:rPr>
              <a:t>  </a:t>
            </a:r>
            <a:r>
              <a:rPr sz="2400" dirty="0">
                <a:solidFill>
                  <a:srgbClr val="FFFFFF"/>
                </a:solidFill>
                <a:latin typeface="Tahoma"/>
                <a:cs typeface="Tahoma"/>
              </a:rPr>
              <a:t>EV's</a:t>
            </a:r>
            <a:r>
              <a:rPr sz="2400" spc="160" dirty="0">
                <a:solidFill>
                  <a:srgbClr val="FFFFFF"/>
                </a:solidFill>
                <a:latin typeface="Tahoma"/>
                <a:cs typeface="Tahoma"/>
              </a:rPr>
              <a:t>  </a:t>
            </a:r>
            <a:r>
              <a:rPr sz="2400" spc="95" dirty="0">
                <a:solidFill>
                  <a:srgbClr val="FFFFFF"/>
                </a:solidFill>
                <a:latin typeface="Tahoma"/>
                <a:cs typeface="Tahoma"/>
              </a:rPr>
              <a:t>main </a:t>
            </a:r>
            <a:r>
              <a:rPr sz="2400" spc="65" dirty="0">
                <a:solidFill>
                  <a:srgbClr val="FFFFFF"/>
                </a:solidFill>
                <a:latin typeface="Tahoma"/>
                <a:cs typeface="Tahoma"/>
              </a:rPr>
              <a:t>battery</a:t>
            </a:r>
            <a:r>
              <a:rPr sz="2400" spc="-95" dirty="0">
                <a:solidFill>
                  <a:srgbClr val="FFFFFF"/>
                </a:solidFill>
                <a:latin typeface="Tahoma"/>
                <a:cs typeface="Tahoma"/>
              </a:rPr>
              <a:t> </a:t>
            </a:r>
            <a:r>
              <a:rPr sz="2400" spc="114" dirty="0">
                <a:solidFill>
                  <a:srgbClr val="FFFFFF"/>
                </a:solidFill>
                <a:latin typeface="Tahoma"/>
                <a:cs typeface="Tahoma"/>
              </a:rPr>
              <a:t>and</a:t>
            </a:r>
            <a:r>
              <a:rPr sz="2400" spc="-105" dirty="0">
                <a:solidFill>
                  <a:srgbClr val="FFFFFF"/>
                </a:solidFill>
                <a:latin typeface="Tahoma"/>
                <a:cs typeface="Tahoma"/>
              </a:rPr>
              <a:t> </a:t>
            </a:r>
            <a:r>
              <a:rPr sz="2400" spc="80" dirty="0">
                <a:solidFill>
                  <a:srgbClr val="FFFFFF"/>
                </a:solidFill>
                <a:latin typeface="Tahoma"/>
                <a:cs typeface="Tahoma"/>
              </a:rPr>
              <a:t>enhancing</a:t>
            </a:r>
            <a:r>
              <a:rPr sz="2400" spc="-100" dirty="0">
                <a:solidFill>
                  <a:srgbClr val="FFFFFF"/>
                </a:solidFill>
                <a:latin typeface="Tahoma"/>
                <a:cs typeface="Tahoma"/>
              </a:rPr>
              <a:t> </a:t>
            </a:r>
            <a:r>
              <a:rPr sz="2400" spc="40" dirty="0">
                <a:solidFill>
                  <a:srgbClr val="FFFFFF"/>
                </a:solidFill>
                <a:latin typeface="Tahoma"/>
                <a:cs typeface="Tahoma"/>
              </a:rPr>
              <a:t>sustainability.</a:t>
            </a:r>
            <a:endParaRPr sz="2400">
              <a:latin typeface="Tahoma"/>
              <a:cs typeface="Tahoma"/>
            </a:endParaRPr>
          </a:p>
        </p:txBody>
      </p:sp>
      <p:sp>
        <p:nvSpPr>
          <p:cNvPr id="17" name="object 17"/>
          <p:cNvSpPr txBox="1">
            <a:spLocks noGrp="1"/>
          </p:cNvSpPr>
          <p:nvPr>
            <p:ph type="body" idx="1"/>
          </p:nvPr>
        </p:nvSpPr>
        <p:spPr>
          <a:prstGeom prst="rect">
            <a:avLst/>
          </a:prstGeom>
        </p:spPr>
        <p:txBody>
          <a:bodyPr vert="horz" wrap="square" lIns="0" tIns="12700" rIns="0" bIns="0" rtlCol="0">
            <a:spAutoFit/>
          </a:bodyPr>
          <a:lstStyle/>
          <a:p>
            <a:pPr marL="379730">
              <a:lnSpc>
                <a:spcPct val="100000"/>
              </a:lnSpc>
              <a:spcBef>
                <a:spcPts val="100"/>
              </a:spcBef>
            </a:pPr>
            <a:r>
              <a:rPr spc="80" dirty="0"/>
              <a:t>Synthetic</a:t>
            </a:r>
            <a:r>
              <a:rPr spc="-130" dirty="0"/>
              <a:t> </a:t>
            </a:r>
            <a:r>
              <a:rPr spc="100" dirty="0"/>
              <a:t>Coolant</a:t>
            </a:r>
            <a:r>
              <a:rPr spc="-185" dirty="0"/>
              <a:t> </a:t>
            </a:r>
            <a:r>
              <a:rPr dirty="0"/>
              <a:t>Oil</a:t>
            </a:r>
            <a:r>
              <a:rPr spc="-165" dirty="0"/>
              <a:t> </a:t>
            </a:r>
            <a:r>
              <a:rPr spc="60" dirty="0"/>
              <a:t>Circulation</a:t>
            </a:r>
            <a:r>
              <a:rPr spc="-160" dirty="0"/>
              <a:t> </a:t>
            </a:r>
            <a:r>
              <a:rPr spc="229" dirty="0"/>
              <a:t>as</a:t>
            </a:r>
            <a:r>
              <a:rPr spc="-180" dirty="0"/>
              <a:t> </a:t>
            </a:r>
            <a:r>
              <a:rPr spc="90" dirty="0"/>
              <a:t>Coolant</a:t>
            </a:r>
          </a:p>
          <a:p>
            <a:pPr marL="12700" marR="5080" algn="just">
              <a:lnSpc>
                <a:spcPct val="128600"/>
              </a:lnSpc>
              <a:spcBef>
                <a:spcPts val="1275"/>
              </a:spcBef>
            </a:pPr>
            <a:r>
              <a:rPr sz="2400" b="0" dirty="0">
                <a:latin typeface="Tahoma"/>
                <a:cs typeface="Tahoma"/>
              </a:rPr>
              <a:t>The</a:t>
            </a:r>
            <a:r>
              <a:rPr sz="2400" b="0" spc="-55" dirty="0">
                <a:latin typeface="Tahoma"/>
                <a:cs typeface="Tahoma"/>
              </a:rPr>
              <a:t>  </a:t>
            </a:r>
            <a:r>
              <a:rPr sz="2400" b="0" spc="70" dirty="0">
                <a:latin typeface="Tahoma"/>
                <a:cs typeface="Tahoma"/>
              </a:rPr>
              <a:t>system</a:t>
            </a:r>
            <a:r>
              <a:rPr sz="2400" b="0" spc="-50" dirty="0">
                <a:latin typeface="Tahoma"/>
                <a:cs typeface="Tahoma"/>
              </a:rPr>
              <a:t>  </a:t>
            </a:r>
            <a:r>
              <a:rPr sz="2400" b="0" spc="55" dirty="0">
                <a:latin typeface="Tahoma"/>
                <a:cs typeface="Tahoma"/>
              </a:rPr>
              <a:t>circulates</a:t>
            </a:r>
            <a:r>
              <a:rPr sz="2400" b="0" spc="-50" dirty="0">
                <a:latin typeface="Tahoma"/>
                <a:cs typeface="Tahoma"/>
              </a:rPr>
              <a:t>  </a:t>
            </a:r>
            <a:r>
              <a:rPr sz="2400" b="0" spc="60" dirty="0">
                <a:latin typeface="Tahoma"/>
                <a:cs typeface="Tahoma"/>
              </a:rPr>
              <a:t>synthetic</a:t>
            </a:r>
            <a:r>
              <a:rPr sz="2400" b="0" spc="-50" dirty="0">
                <a:latin typeface="Tahoma"/>
                <a:cs typeface="Tahoma"/>
              </a:rPr>
              <a:t>  </a:t>
            </a:r>
            <a:r>
              <a:rPr sz="2400" b="0" spc="85" dirty="0">
                <a:latin typeface="Tahoma"/>
                <a:cs typeface="Tahoma"/>
              </a:rPr>
              <a:t>coolant</a:t>
            </a:r>
            <a:r>
              <a:rPr sz="2400" b="0" spc="-55" dirty="0">
                <a:latin typeface="Tahoma"/>
                <a:cs typeface="Tahoma"/>
              </a:rPr>
              <a:t>  </a:t>
            </a:r>
            <a:r>
              <a:rPr sz="2400" b="0" spc="85" dirty="0">
                <a:latin typeface="Tahoma"/>
                <a:cs typeface="Tahoma"/>
              </a:rPr>
              <a:t>oil</a:t>
            </a:r>
            <a:r>
              <a:rPr sz="2400" b="0" spc="-45" dirty="0">
                <a:latin typeface="Tahoma"/>
                <a:cs typeface="Tahoma"/>
              </a:rPr>
              <a:t>  </a:t>
            </a:r>
            <a:r>
              <a:rPr sz="2400" b="0" spc="90" dirty="0">
                <a:latin typeface="Tahoma"/>
                <a:cs typeface="Tahoma"/>
              </a:rPr>
              <a:t>to</a:t>
            </a:r>
            <a:r>
              <a:rPr sz="2400" b="0" spc="-50" dirty="0">
                <a:latin typeface="Tahoma"/>
                <a:cs typeface="Tahoma"/>
              </a:rPr>
              <a:t>  </a:t>
            </a:r>
            <a:r>
              <a:rPr sz="2400" b="0" spc="105" dirty="0">
                <a:latin typeface="Tahoma"/>
                <a:cs typeface="Tahoma"/>
              </a:rPr>
              <a:t>absorb</a:t>
            </a:r>
            <a:r>
              <a:rPr sz="2400" b="0" spc="-50" dirty="0">
                <a:latin typeface="Tahoma"/>
                <a:cs typeface="Tahoma"/>
              </a:rPr>
              <a:t>  </a:t>
            </a:r>
            <a:r>
              <a:rPr sz="2400" b="0" spc="90" dirty="0">
                <a:latin typeface="Tahoma"/>
                <a:cs typeface="Tahoma"/>
              </a:rPr>
              <a:t>and </a:t>
            </a:r>
            <a:r>
              <a:rPr sz="2400" b="0" spc="75" dirty="0">
                <a:latin typeface="Tahoma"/>
                <a:cs typeface="Tahoma"/>
              </a:rPr>
              <a:t>dissipate</a:t>
            </a:r>
            <a:r>
              <a:rPr sz="2400" b="0" spc="434" dirty="0">
                <a:latin typeface="Tahoma"/>
                <a:cs typeface="Tahoma"/>
              </a:rPr>
              <a:t> </a:t>
            </a:r>
            <a:r>
              <a:rPr sz="2400" b="0" spc="75" dirty="0">
                <a:latin typeface="Tahoma"/>
                <a:cs typeface="Tahoma"/>
              </a:rPr>
              <a:t>heat</a:t>
            </a:r>
            <a:r>
              <a:rPr sz="2400" b="0" spc="405" dirty="0">
                <a:latin typeface="Tahoma"/>
                <a:cs typeface="Tahoma"/>
              </a:rPr>
              <a:t> </a:t>
            </a:r>
            <a:r>
              <a:rPr sz="2400" b="0" spc="114" dirty="0">
                <a:latin typeface="Tahoma"/>
                <a:cs typeface="Tahoma"/>
              </a:rPr>
              <a:t>from</a:t>
            </a:r>
            <a:r>
              <a:rPr sz="2400" b="0" spc="415" dirty="0">
                <a:latin typeface="Tahoma"/>
                <a:cs typeface="Tahoma"/>
              </a:rPr>
              <a:t> </a:t>
            </a:r>
            <a:r>
              <a:rPr sz="2400" b="0" spc="80" dirty="0">
                <a:latin typeface="Tahoma"/>
                <a:cs typeface="Tahoma"/>
              </a:rPr>
              <a:t>the</a:t>
            </a:r>
            <a:r>
              <a:rPr sz="2400" b="0" spc="405" dirty="0">
                <a:latin typeface="Tahoma"/>
                <a:cs typeface="Tahoma"/>
              </a:rPr>
              <a:t> </a:t>
            </a:r>
            <a:r>
              <a:rPr sz="2400" b="0" spc="55" dirty="0">
                <a:latin typeface="Tahoma"/>
                <a:cs typeface="Tahoma"/>
              </a:rPr>
              <a:t>battery.Adding</a:t>
            </a:r>
            <a:r>
              <a:rPr sz="2400" b="0" spc="409" dirty="0">
                <a:latin typeface="Tahoma"/>
                <a:cs typeface="Tahoma"/>
              </a:rPr>
              <a:t> </a:t>
            </a:r>
            <a:r>
              <a:rPr sz="2400" b="0" spc="95" dirty="0">
                <a:latin typeface="Tahoma"/>
                <a:cs typeface="Tahoma"/>
              </a:rPr>
              <a:t>boric</a:t>
            </a:r>
            <a:r>
              <a:rPr sz="2400" b="0" spc="409" dirty="0">
                <a:latin typeface="Tahoma"/>
                <a:cs typeface="Tahoma"/>
              </a:rPr>
              <a:t> </a:t>
            </a:r>
            <a:r>
              <a:rPr sz="2400" b="0" spc="70" dirty="0">
                <a:latin typeface="Tahoma"/>
                <a:cs typeface="Tahoma"/>
              </a:rPr>
              <a:t>acid</a:t>
            </a:r>
            <a:r>
              <a:rPr sz="2400" b="0" spc="400" dirty="0">
                <a:latin typeface="Tahoma"/>
                <a:cs typeface="Tahoma"/>
              </a:rPr>
              <a:t> </a:t>
            </a:r>
            <a:r>
              <a:rPr sz="2400" b="0" spc="75" dirty="0">
                <a:latin typeface="Tahoma"/>
                <a:cs typeface="Tahoma"/>
              </a:rPr>
              <a:t>improves </a:t>
            </a:r>
            <a:r>
              <a:rPr sz="2400" b="0" spc="100" dirty="0">
                <a:latin typeface="Tahoma"/>
                <a:cs typeface="Tahoma"/>
              </a:rPr>
              <a:t>performance</a:t>
            </a:r>
            <a:r>
              <a:rPr sz="2400" b="0" spc="555" dirty="0">
                <a:latin typeface="Tahoma"/>
                <a:cs typeface="Tahoma"/>
              </a:rPr>
              <a:t> </a:t>
            </a:r>
            <a:r>
              <a:rPr sz="2400" b="0" spc="50" dirty="0">
                <a:latin typeface="Tahoma"/>
                <a:cs typeface="Tahoma"/>
              </a:rPr>
              <a:t>by</a:t>
            </a:r>
            <a:r>
              <a:rPr sz="2400" b="0" spc="560" dirty="0">
                <a:latin typeface="Tahoma"/>
                <a:cs typeface="Tahoma"/>
              </a:rPr>
              <a:t> </a:t>
            </a:r>
            <a:r>
              <a:rPr sz="2400" b="0" spc="65" dirty="0">
                <a:latin typeface="Tahoma"/>
                <a:cs typeface="Tahoma"/>
              </a:rPr>
              <a:t>clearing</a:t>
            </a:r>
            <a:r>
              <a:rPr sz="2400" b="0" spc="570" dirty="0">
                <a:latin typeface="Tahoma"/>
                <a:cs typeface="Tahoma"/>
              </a:rPr>
              <a:t> </a:t>
            </a:r>
            <a:r>
              <a:rPr sz="2400" b="0" spc="90" dirty="0">
                <a:latin typeface="Tahoma"/>
                <a:cs typeface="Tahoma"/>
              </a:rPr>
              <a:t>impurities</a:t>
            </a:r>
            <a:r>
              <a:rPr sz="2400" b="0" spc="550" dirty="0">
                <a:latin typeface="Tahoma"/>
                <a:cs typeface="Tahoma"/>
              </a:rPr>
              <a:t> </a:t>
            </a:r>
            <a:r>
              <a:rPr sz="2400" b="0" spc="114" dirty="0">
                <a:latin typeface="Tahoma"/>
                <a:cs typeface="Tahoma"/>
              </a:rPr>
              <a:t>and</a:t>
            </a:r>
            <a:r>
              <a:rPr sz="2400" b="0" spc="575" dirty="0">
                <a:latin typeface="Tahoma"/>
                <a:cs typeface="Tahoma"/>
              </a:rPr>
              <a:t> </a:t>
            </a:r>
            <a:r>
              <a:rPr sz="2400" b="0" spc="85" dirty="0">
                <a:latin typeface="Tahoma"/>
                <a:cs typeface="Tahoma"/>
              </a:rPr>
              <a:t>enhancing</a:t>
            </a:r>
            <a:r>
              <a:rPr sz="2400" b="0" spc="560" dirty="0">
                <a:latin typeface="Tahoma"/>
                <a:cs typeface="Tahoma"/>
              </a:rPr>
              <a:t> </a:t>
            </a:r>
            <a:r>
              <a:rPr sz="2400" b="0" spc="70" dirty="0">
                <a:latin typeface="Tahoma"/>
                <a:cs typeface="Tahoma"/>
              </a:rPr>
              <a:t>cooling </a:t>
            </a:r>
            <a:r>
              <a:rPr sz="2400" b="0" dirty="0">
                <a:latin typeface="Tahoma"/>
                <a:cs typeface="Tahoma"/>
              </a:rPr>
              <a:t>efficiency.</a:t>
            </a:r>
            <a:r>
              <a:rPr sz="2400" b="0" spc="-25" dirty="0">
                <a:latin typeface="Tahoma"/>
                <a:cs typeface="Tahoma"/>
              </a:rPr>
              <a:t> </a:t>
            </a:r>
            <a:r>
              <a:rPr sz="2400" b="0" spc="-125" dirty="0">
                <a:latin typeface="Tahoma"/>
                <a:cs typeface="Tahoma"/>
              </a:rPr>
              <a:t>It</a:t>
            </a:r>
            <a:r>
              <a:rPr sz="2400" b="0" spc="-20" dirty="0">
                <a:latin typeface="Tahoma"/>
                <a:cs typeface="Tahoma"/>
              </a:rPr>
              <a:t> </a:t>
            </a:r>
            <a:r>
              <a:rPr sz="2400" b="0" spc="85" dirty="0">
                <a:latin typeface="Tahoma"/>
                <a:cs typeface="Tahoma"/>
              </a:rPr>
              <a:t>also</a:t>
            </a:r>
            <a:r>
              <a:rPr sz="2400" b="0" spc="-25" dirty="0">
                <a:latin typeface="Tahoma"/>
                <a:cs typeface="Tahoma"/>
              </a:rPr>
              <a:t> </a:t>
            </a:r>
            <a:r>
              <a:rPr sz="2400" b="0" spc="85" dirty="0">
                <a:latin typeface="Tahoma"/>
                <a:cs typeface="Tahoma"/>
              </a:rPr>
              <a:t>ensures</a:t>
            </a:r>
            <a:r>
              <a:rPr sz="2400" b="0" spc="-35" dirty="0">
                <a:latin typeface="Tahoma"/>
                <a:cs typeface="Tahoma"/>
              </a:rPr>
              <a:t> </a:t>
            </a:r>
            <a:r>
              <a:rPr sz="2400" b="0" spc="80" dirty="0">
                <a:latin typeface="Tahoma"/>
                <a:cs typeface="Tahoma"/>
              </a:rPr>
              <a:t>the</a:t>
            </a:r>
            <a:r>
              <a:rPr sz="2400" b="0" spc="-25" dirty="0">
                <a:latin typeface="Tahoma"/>
                <a:cs typeface="Tahoma"/>
              </a:rPr>
              <a:t> </a:t>
            </a:r>
            <a:r>
              <a:rPr sz="2400" b="0" spc="85" dirty="0">
                <a:latin typeface="Tahoma"/>
                <a:cs typeface="Tahoma"/>
              </a:rPr>
              <a:t>coolant</a:t>
            </a:r>
            <a:r>
              <a:rPr sz="2400" b="0" spc="-10" dirty="0">
                <a:latin typeface="Tahoma"/>
                <a:cs typeface="Tahoma"/>
              </a:rPr>
              <a:t> </a:t>
            </a:r>
            <a:r>
              <a:rPr sz="2400" b="0" spc="85" dirty="0">
                <a:latin typeface="Tahoma"/>
                <a:cs typeface="Tahoma"/>
              </a:rPr>
              <a:t>oil</a:t>
            </a:r>
            <a:r>
              <a:rPr sz="2400" b="0" spc="-15" dirty="0">
                <a:latin typeface="Tahoma"/>
                <a:cs typeface="Tahoma"/>
              </a:rPr>
              <a:t> </a:t>
            </a:r>
            <a:r>
              <a:rPr sz="2400" b="0" spc="95" dirty="0">
                <a:latin typeface="Tahoma"/>
                <a:cs typeface="Tahoma"/>
              </a:rPr>
              <a:t>remains</a:t>
            </a:r>
            <a:r>
              <a:rPr sz="2400" b="0" spc="-15" dirty="0">
                <a:latin typeface="Tahoma"/>
                <a:cs typeface="Tahoma"/>
              </a:rPr>
              <a:t> </a:t>
            </a:r>
            <a:r>
              <a:rPr sz="2400" b="0" dirty="0">
                <a:latin typeface="Tahoma"/>
                <a:cs typeface="Tahoma"/>
              </a:rPr>
              <a:t>effective</a:t>
            </a:r>
            <a:r>
              <a:rPr sz="2400" b="0" spc="-20" dirty="0">
                <a:latin typeface="Tahoma"/>
                <a:cs typeface="Tahoma"/>
              </a:rPr>
              <a:t> </a:t>
            </a:r>
            <a:r>
              <a:rPr sz="2400" b="0" spc="85" dirty="0">
                <a:latin typeface="Tahoma"/>
                <a:cs typeface="Tahoma"/>
              </a:rPr>
              <a:t>and </a:t>
            </a:r>
            <a:r>
              <a:rPr sz="2400" b="0" spc="90" dirty="0">
                <a:latin typeface="Tahoma"/>
                <a:cs typeface="Tahoma"/>
              </a:rPr>
              <a:t>uncontaminated</a:t>
            </a:r>
            <a:r>
              <a:rPr sz="2400" b="0" spc="-70" dirty="0">
                <a:latin typeface="Tahoma"/>
                <a:cs typeface="Tahoma"/>
              </a:rPr>
              <a:t> </a:t>
            </a:r>
            <a:r>
              <a:rPr sz="2400" b="0" spc="85" dirty="0">
                <a:latin typeface="Tahoma"/>
                <a:cs typeface="Tahoma"/>
              </a:rPr>
              <a:t>through</a:t>
            </a:r>
            <a:r>
              <a:rPr sz="2400" b="0" spc="-114" dirty="0">
                <a:latin typeface="Tahoma"/>
                <a:cs typeface="Tahoma"/>
              </a:rPr>
              <a:t> </a:t>
            </a:r>
            <a:r>
              <a:rPr sz="2400" b="0" spc="80" dirty="0">
                <a:latin typeface="Tahoma"/>
                <a:cs typeface="Tahoma"/>
              </a:rPr>
              <a:t>repeated</a:t>
            </a:r>
            <a:r>
              <a:rPr sz="2400" b="0" spc="-80" dirty="0">
                <a:latin typeface="Tahoma"/>
                <a:cs typeface="Tahoma"/>
              </a:rPr>
              <a:t> </a:t>
            </a:r>
            <a:r>
              <a:rPr sz="2400" b="0" spc="-10" dirty="0">
                <a:latin typeface="Tahoma"/>
                <a:cs typeface="Tahoma"/>
              </a:rPr>
              <a:t>cycles.</a:t>
            </a:r>
            <a:endParaRPr sz="2400" dirty="0">
              <a:latin typeface="Tahoma"/>
              <a:cs typeface="Tahoma"/>
            </a:endParaRPr>
          </a:p>
        </p:txBody>
      </p:sp>
      <p:sp>
        <p:nvSpPr>
          <p:cNvPr id="18" name="object 18"/>
          <p:cNvSpPr/>
          <p:nvPr/>
        </p:nvSpPr>
        <p:spPr>
          <a:xfrm>
            <a:off x="8561451" y="6870572"/>
            <a:ext cx="877569" cy="878205"/>
          </a:xfrm>
          <a:custGeom>
            <a:avLst/>
            <a:gdLst/>
            <a:ahLst/>
            <a:cxnLst/>
            <a:rect l="l" t="t" r="r" b="b"/>
            <a:pathLst>
              <a:path w="877570" h="878204">
                <a:moveTo>
                  <a:pt x="438784" y="0"/>
                </a:moveTo>
                <a:lnTo>
                  <a:pt x="390977" y="2574"/>
                </a:lnTo>
                <a:lnTo>
                  <a:pt x="344660" y="10121"/>
                </a:lnTo>
                <a:lnTo>
                  <a:pt x="300102" y="22372"/>
                </a:lnTo>
                <a:lnTo>
                  <a:pt x="257569" y="39059"/>
                </a:lnTo>
                <a:lnTo>
                  <a:pt x="217329" y="59915"/>
                </a:lnTo>
                <a:lnTo>
                  <a:pt x="179652" y="84673"/>
                </a:lnTo>
                <a:lnTo>
                  <a:pt x="144803" y="113064"/>
                </a:lnTo>
                <a:lnTo>
                  <a:pt x="113052" y="144822"/>
                </a:lnTo>
                <a:lnTo>
                  <a:pt x="84665" y="179679"/>
                </a:lnTo>
                <a:lnTo>
                  <a:pt x="59911" y="217367"/>
                </a:lnTo>
                <a:lnTo>
                  <a:pt x="39057" y="257619"/>
                </a:lnTo>
                <a:lnTo>
                  <a:pt x="22371" y="300167"/>
                </a:lnTo>
                <a:lnTo>
                  <a:pt x="10121" y="344743"/>
                </a:lnTo>
                <a:lnTo>
                  <a:pt x="2574" y="391080"/>
                </a:lnTo>
                <a:lnTo>
                  <a:pt x="0" y="438912"/>
                </a:lnTo>
                <a:lnTo>
                  <a:pt x="2574" y="486719"/>
                </a:lnTo>
                <a:lnTo>
                  <a:pt x="10121" y="533036"/>
                </a:lnTo>
                <a:lnTo>
                  <a:pt x="22371" y="577594"/>
                </a:lnTo>
                <a:lnTo>
                  <a:pt x="39057" y="620127"/>
                </a:lnTo>
                <a:lnTo>
                  <a:pt x="59911" y="660367"/>
                </a:lnTo>
                <a:lnTo>
                  <a:pt x="84665" y="698044"/>
                </a:lnTo>
                <a:lnTo>
                  <a:pt x="113052" y="732893"/>
                </a:lnTo>
                <a:lnTo>
                  <a:pt x="144803" y="764644"/>
                </a:lnTo>
                <a:lnTo>
                  <a:pt x="179652" y="793031"/>
                </a:lnTo>
                <a:lnTo>
                  <a:pt x="217329" y="817785"/>
                </a:lnTo>
                <a:lnTo>
                  <a:pt x="257569" y="838639"/>
                </a:lnTo>
                <a:lnTo>
                  <a:pt x="300102" y="855325"/>
                </a:lnTo>
                <a:lnTo>
                  <a:pt x="344660" y="867575"/>
                </a:lnTo>
                <a:lnTo>
                  <a:pt x="390977" y="875122"/>
                </a:lnTo>
                <a:lnTo>
                  <a:pt x="438784" y="877696"/>
                </a:lnTo>
                <a:lnTo>
                  <a:pt x="486592" y="875122"/>
                </a:lnTo>
                <a:lnTo>
                  <a:pt x="532909" y="867575"/>
                </a:lnTo>
                <a:lnTo>
                  <a:pt x="577467" y="855325"/>
                </a:lnTo>
                <a:lnTo>
                  <a:pt x="620000" y="838639"/>
                </a:lnTo>
                <a:lnTo>
                  <a:pt x="660240" y="817785"/>
                </a:lnTo>
                <a:lnTo>
                  <a:pt x="697917" y="793031"/>
                </a:lnTo>
                <a:lnTo>
                  <a:pt x="732766" y="764644"/>
                </a:lnTo>
                <a:lnTo>
                  <a:pt x="764517" y="732893"/>
                </a:lnTo>
                <a:lnTo>
                  <a:pt x="792904" y="698044"/>
                </a:lnTo>
                <a:lnTo>
                  <a:pt x="817658" y="660367"/>
                </a:lnTo>
                <a:lnTo>
                  <a:pt x="838512" y="620127"/>
                </a:lnTo>
                <a:lnTo>
                  <a:pt x="855198" y="577594"/>
                </a:lnTo>
                <a:lnTo>
                  <a:pt x="867448" y="533036"/>
                </a:lnTo>
                <a:lnTo>
                  <a:pt x="874995" y="486719"/>
                </a:lnTo>
                <a:lnTo>
                  <a:pt x="877570" y="438912"/>
                </a:lnTo>
                <a:lnTo>
                  <a:pt x="874995" y="391080"/>
                </a:lnTo>
                <a:lnTo>
                  <a:pt x="867448" y="344743"/>
                </a:lnTo>
                <a:lnTo>
                  <a:pt x="855198" y="300167"/>
                </a:lnTo>
                <a:lnTo>
                  <a:pt x="838512" y="257619"/>
                </a:lnTo>
                <a:lnTo>
                  <a:pt x="817658" y="217367"/>
                </a:lnTo>
                <a:lnTo>
                  <a:pt x="792904" y="179679"/>
                </a:lnTo>
                <a:lnTo>
                  <a:pt x="764517" y="144822"/>
                </a:lnTo>
                <a:lnTo>
                  <a:pt x="732766" y="113064"/>
                </a:lnTo>
                <a:lnTo>
                  <a:pt x="697917" y="84673"/>
                </a:lnTo>
                <a:lnTo>
                  <a:pt x="660240" y="59915"/>
                </a:lnTo>
                <a:lnTo>
                  <a:pt x="620000" y="39059"/>
                </a:lnTo>
                <a:lnTo>
                  <a:pt x="577467" y="22372"/>
                </a:lnTo>
                <a:lnTo>
                  <a:pt x="532909" y="10121"/>
                </a:lnTo>
                <a:lnTo>
                  <a:pt x="486592" y="2574"/>
                </a:lnTo>
                <a:lnTo>
                  <a:pt x="438784" y="0"/>
                </a:lnTo>
                <a:close/>
              </a:path>
            </a:pathLst>
          </a:custGeom>
          <a:solidFill>
            <a:srgbClr val="EAE3D2"/>
          </a:solidFill>
        </p:spPr>
        <p:txBody>
          <a:bodyPr wrap="square" lIns="0" tIns="0" rIns="0" bIns="0" rtlCol="0"/>
          <a:lstStyle/>
          <a:p>
            <a:endParaRPr/>
          </a:p>
        </p:txBody>
      </p:sp>
      <p:sp>
        <p:nvSpPr>
          <p:cNvPr id="19" name="object 19"/>
          <p:cNvSpPr txBox="1"/>
          <p:nvPr/>
        </p:nvSpPr>
        <p:spPr>
          <a:xfrm>
            <a:off x="8728329" y="7047103"/>
            <a:ext cx="546100" cy="482600"/>
          </a:xfrm>
          <a:prstGeom prst="rect">
            <a:avLst/>
          </a:prstGeom>
        </p:spPr>
        <p:txBody>
          <a:bodyPr vert="horz" wrap="square" lIns="0" tIns="12700" rIns="0" bIns="0" rtlCol="0">
            <a:spAutoFit/>
          </a:bodyPr>
          <a:lstStyle/>
          <a:p>
            <a:pPr marL="12700">
              <a:lnSpc>
                <a:spcPct val="100000"/>
              </a:lnSpc>
              <a:spcBef>
                <a:spcPts val="100"/>
              </a:spcBef>
            </a:pPr>
            <a:r>
              <a:rPr sz="3000" b="1" spc="254" dirty="0">
                <a:solidFill>
                  <a:srgbClr val="17716C"/>
                </a:solidFill>
                <a:latin typeface="Trebuchet MS"/>
                <a:cs typeface="Trebuchet MS"/>
              </a:rPr>
              <a:t>04</a:t>
            </a:r>
            <a:endParaRPr sz="3000">
              <a:latin typeface="Trebuchet MS"/>
              <a:cs typeface="Trebuchet MS"/>
            </a:endParaRPr>
          </a:p>
        </p:txBody>
      </p:sp>
      <p:sp>
        <p:nvSpPr>
          <p:cNvPr id="20" name="object 20"/>
          <p:cNvSpPr txBox="1"/>
          <p:nvPr/>
        </p:nvSpPr>
        <p:spPr>
          <a:xfrm>
            <a:off x="9237980" y="231489"/>
            <a:ext cx="8812530" cy="3100705"/>
          </a:xfrm>
          <a:prstGeom prst="rect">
            <a:avLst/>
          </a:prstGeom>
        </p:spPr>
        <p:txBody>
          <a:bodyPr vert="horz" wrap="square" lIns="0" tIns="233680" rIns="0" bIns="0" rtlCol="0">
            <a:spAutoFit/>
          </a:bodyPr>
          <a:lstStyle/>
          <a:p>
            <a:pPr marL="379730">
              <a:lnSpc>
                <a:spcPct val="100000"/>
              </a:lnSpc>
              <a:spcBef>
                <a:spcPts val="1840"/>
              </a:spcBef>
            </a:pPr>
            <a:r>
              <a:rPr sz="2700" b="1" spc="95" dirty="0">
                <a:solidFill>
                  <a:srgbClr val="FFFFFF"/>
                </a:solidFill>
                <a:latin typeface="Trebuchet MS"/>
                <a:cs typeface="Trebuchet MS"/>
              </a:rPr>
              <a:t>Three-</a:t>
            </a:r>
            <a:r>
              <a:rPr sz="2700" b="1" spc="125" dirty="0">
                <a:solidFill>
                  <a:srgbClr val="FFFFFF"/>
                </a:solidFill>
                <a:latin typeface="Trebuchet MS"/>
                <a:cs typeface="Trebuchet MS"/>
              </a:rPr>
              <a:t>Chamber</a:t>
            </a:r>
            <a:r>
              <a:rPr sz="2700" b="1" spc="-135" dirty="0">
                <a:solidFill>
                  <a:srgbClr val="FFFFFF"/>
                </a:solidFill>
                <a:latin typeface="Trebuchet MS"/>
                <a:cs typeface="Trebuchet MS"/>
              </a:rPr>
              <a:t> </a:t>
            </a:r>
            <a:r>
              <a:rPr sz="2700" b="1" spc="120" dirty="0">
                <a:solidFill>
                  <a:srgbClr val="FFFFFF"/>
                </a:solidFill>
                <a:latin typeface="Trebuchet MS"/>
                <a:cs typeface="Trebuchet MS"/>
              </a:rPr>
              <a:t>Cooling</a:t>
            </a:r>
            <a:r>
              <a:rPr sz="2700" b="1" spc="-175" dirty="0">
                <a:solidFill>
                  <a:srgbClr val="FFFFFF"/>
                </a:solidFill>
                <a:latin typeface="Trebuchet MS"/>
                <a:cs typeface="Trebuchet MS"/>
              </a:rPr>
              <a:t> </a:t>
            </a:r>
            <a:r>
              <a:rPr sz="2700" b="1" spc="155" dirty="0">
                <a:solidFill>
                  <a:srgbClr val="FFFFFF"/>
                </a:solidFill>
                <a:latin typeface="Trebuchet MS"/>
                <a:cs typeface="Trebuchet MS"/>
              </a:rPr>
              <a:t>System</a:t>
            </a:r>
            <a:endParaRPr sz="2700" dirty="0">
              <a:latin typeface="Trebuchet MS"/>
              <a:cs typeface="Trebuchet MS"/>
            </a:endParaRPr>
          </a:p>
          <a:p>
            <a:pPr marL="12700" marR="5080" algn="just">
              <a:lnSpc>
                <a:spcPct val="128499"/>
              </a:lnSpc>
              <a:spcBef>
                <a:spcPts val="725"/>
              </a:spcBef>
            </a:pPr>
            <a:r>
              <a:rPr sz="2400" dirty="0">
                <a:solidFill>
                  <a:srgbClr val="FFFFFF"/>
                </a:solidFill>
                <a:latin typeface="Tahoma"/>
                <a:cs typeface="Tahoma"/>
              </a:rPr>
              <a:t>The</a:t>
            </a:r>
            <a:r>
              <a:rPr sz="2400" spc="105" dirty="0">
                <a:solidFill>
                  <a:srgbClr val="FFFFFF"/>
                </a:solidFill>
                <a:latin typeface="Tahoma"/>
                <a:cs typeface="Tahoma"/>
              </a:rPr>
              <a:t>  </a:t>
            </a:r>
            <a:r>
              <a:rPr sz="2400" spc="75" dirty="0">
                <a:solidFill>
                  <a:srgbClr val="FFFFFF"/>
                </a:solidFill>
                <a:latin typeface="Tahoma"/>
                <a:cs typeface="Tahoma"/>
              </a:rPr>
              <a:t>cooling</a:t>
            </a:r>
            <a:r>
              <a:rPr sz="2400" spc="110" dirty="0">
                <a:solidFill>
                  <a:srgbClr val="FFFFFF"/>
                </a:solidFill>
                <a:latin typeface="Tahoma"/>
                <a:cs typeface="Tahoma"/>
              </a:rPr>
              <a:t>  </a:t>
            </a:r>
            <a:r>
              <a:rPr sz="2400" spc="50" dirty="0">
                <a:solidFill>
                  <a:srgbClr val="FFFFFF"/>
                </a:solidFill>
                <a:latin typeface="Tahoma"/>
                <a:cs typeface="Tahoma"/>
              </a:rPr>
              <a:t>system's</a:t>
            </a:r>
            <a:r>
              <a:rPr sz="2400" spc="105" dirty="0">
                <a:solidFill>
                  <a:srgbClr val="FFFFFF"/>
                </a:solidFill>
                <a:latin typeface="Tahoma"/>
                <a:cs typeface="Tahoma"/>
              </a:rPr>
              <a:t>  </a:t>
            </a:r>
            <a:r>
              <a:rPr sz="2400" dirty="0">
                <a:solidFill>
                  <a:srgbClr val="FFFFFF"/>
                </a:solidFill>
                <a:latin typeface="Tahoma"/>
                <a:cs typeface="Tahoma"/>
              </a:rPr>
              <a:t>three-</a:t>
            </a:r>
            <a:r>
              <a:rPr sz="2400" spc="100" dirty="0">
                <a:solidFill>
                  <a:srgbClr val="FFFFFF"/>
                </a:solidFill>
                <a:latin typeface="Tahoma"/>
                <a:cs typeface="Tahoma"/>
              </a:rPr>
              <a:t>chamber</a:t>
            </a:r>
            <a:r>
              <a:rPr sz="2400" spc="110" dirty="0">
                <a:solidFill>
                  <a:srgbClr val="FFFFFF"/>
                </a:solidFill>
                <a:latin typeface="Tahoma"/>
                <a:cs typeface="Tahoma"/>
              </a:rPr>
              <a:t>  </a:t>
            </a:r>
            <a:r>
              <a:rPr sz="2400" spc="70" dirty="0">
                <a:solidFill>
                  <a:srgbClr val="FFFFFF"/>
                </a:solidFill>
                <a:latin typeface="Tahoma"/>
                <a:cs typeface="Tahoma"/>
              </a:rPr>
              <a:t>design</a:t>
            </a:r>
            <a:r>
              <a:rPr sz="2400" spc="110" dirty="0">
                <a:solidFill>
                  <a:srgbClr val="FFFFFF"/>
                </a:solidFill>
                <a:latin typeface="Tahoma"/>
                <a:cs typeface="Tahoma"/>
              </a:rPr>
              <a:t>  </a:t>
            </a:r>
            <a:r>
              <a:rPr sz="2400" spc="85" dirty="0">
                <a:solidFill>
                  <a:srgbClr val="FFFFFF"/>
                </a:solidFill>
                <a:latin typeface="Tahoma"/>
                <a:cs typeface="Tahoma"/>
              </a:rPr>
              <a:t>includes</a:t>
            </a:r>
            <a:r>
              <a:rPr sz="2400" spc="105" dirty="0">
                <a:solidFill>
                  <a:srgbClr val="FFFFFF"/>
                </a:solidFill>
                <a:latin typeface="Tahoma"/>
                <a:cs typeface="Tahoma"/>
              </a:rPr>
              <a:t>  </a:t>
            </a:r>
            <a:r>
              <a:rPr sz="2400" spc="90" dirty="0">
                <a:solidFill>
                  <a:srgbClr val="FFFFFF"/>
                </a:solidFill>
                <a:latin typeface="Tahoma"/>
                <a:cs typeface="Tahoma"/>
              </a:rPr>
              <a:t>one </a:t>
            </a:r>
            <a:r>
              <a:rPr sz="2400" spc="100" dirty="0">
                <a:solidFill>
                  <a:srgbClr val="FFFFFF"/>
                </a:solidFill>
                <a:latin typeface="Tahoma"/>
                <a:cs typeface="Tahoma"/>
              </a:rPr>
              <a:t>chamber</a:t>
            </a:r>
            <a:r>
              <a:rPr sz="2400" spc="-5" dirty="0">
                <a:solidFill>
                  <a:srgbClr val="FFFFFF"/>
                </a:solidFill>
                <a:latin typeface="Tahoma"/>
                <a:cs typeface="Tahoma"/>
              </a:rPr>
              <a:t> </a:t>
            </a:r>
            <a:r>
              <a:rPr sz="2400" spc="95" dirty="0">
                <a:solidFill>
                  <a:srgbClr val="FFFFFF"/>
                </a:solidFill>
                <a:latin typeface="Tahoma"/>
                <a:cs typeface="Tahoma"/>
              </a:rPr>
              <a:t>for</a:t>
            </a:r>
            <a:r>
              <a:rPr sz="2400" dirty="0">
                <a:solidFill>
                  <a:srgbClr val="FFFFFF"/>
                </a:solidFill>
                <a:latin typeface="Tahoma"/>
                <a:cs typeface="Tahoma"/>
              </a:rPr>
              <a:t> </a:t>
            </a:r>
            <a:r>
              <a:rPr sz="2400" spc="75" dirty="0">
                <a:solidFill>
                  <a:srgbClr val="FFFFFF"/>
                </a:solidFill>
                <a:latin typeface="Tahoma"/>
                <a:cs typeface="Tahoma"/>
              </a:rPr>
              <a:t>supplying</a:t>
            </a:r>
            <a:r>
              <a:rPr sz="2400" spc="10" dirty="0">
                <a:solidFill>
                  <a:srgbClr val="FFFFFF"/>
                </a:solidFill>
                <a:latin typeface="Tahoma"/>
                <a:cs typeface="Tahoma"/>
              </a:rPr>
              <a:t> </a:t>
            </a:r>
            <a:r>
              <a:rPr sz="2400" spc="60" dirty="0">
                <a:solidFill>
                  <a:srgbClr val="FFFFFF"/>
                </a:solidFill>
                <a:latin typeface="Tahoma"/>
                <a:cs typeface="Tahoma"/>
              </a:rPr>
              <a:t>synthetic</a:t>
            </a:r>
            <a:r>
              <a:rPr sz="2400" spc="-10" dirty="0">
                <a:solidFill>
                  <a:srgbClr val="FFFFFF"/>
                </a:solidFill>
                <a:latin typeface="Tahoma"/>
                <a:cs typeface="Tahoma"/>
              </a:rPr>
              <a:t> </a:t>
            </a:r>
            <a:r>
              <a:rPr sz="2400" spc="85" dirty="0">
                <a:solidFill>
                  <a:srgbClr val="FFFFFF"/>
                </a:solidFill>
                <a:latin typeface="Tahoma"/>
                <a:cs typeface="Tahoma"/>
              </a:rPr>
              <a:t>coolant</a:t>
            </a:r>
            <a:r>
              <a:rPr sz="2400" spc="-10" dirty="0">
                <a:solidFill>
                  <a:srgbClr val="FFFFFF"/>
                </a:solidFill>
                <a:latin typeface="Tahoma"/>
                <a:cs typeface="Tahoma"/>
              </a:rPr>
              <a:t> </a:t>
            </a:r>
            <a:r>
              <a:rPr sz="2400" spc="85" dirty="0">
                <a:solidFill>
                  <a:srgbClr val="FFFFFF"/>
                </a:solidFill>
                <a:latin typeface="Tahoma"/>
                <a:cs typeface="Tahoma"/>
              </a:rPr>
              <a:t>oil</a:t>
            </a:r>
            <a:r>
              <a:rPr sz="2400" dirty="0">
                <a:solidFill>
                  <a:srgbClr val="FFFFFF"/>
                </a:solidFill>
                <a:latin typeface="Tahoma"/>
                <a:cs typeface="Tahoma"/>
              </a:rPr>
              <a:t> </a:t>
            </a:r>
            <a:r>
              <a:rPr sz="2400" spc="90" dirty="0">
                <a:solidFill>
                  <a:srgbClr val="FFFFFF"/>
                </a:solidFill>
                <a:latin typeface="Tahoma"/>
                <a:cs typeface="Tahoma"/>
              </a:rPr>
              <a:t>to</a:t>
            </a:r>
            <a:r>
              <a:rPr sz="2400" spc="-10" dirty="0">
                <a:solidFill>
                  <a:srgbClr val="FFFFFF"/>
                </a:solidFill>
                <a:latin typeface="Tahoma"/>
                <a:cs typeface="Tahoma"/>
              </a:rPr>
              <a:t> </a:t>
            </a:r>
            <a:r>
              <a:rPr sz="2400" spc="105" dirty="0">
                <a:solidFill>
                  <a:srgbClr val="FFFFFF"/>
                </a:solidFill>
                <a:latin typeface="Tahoma"/>
                <a:cs typeface="Tahoma"/>
              </a:rPr>
              <a:t>absorb</a:t>
            </a:r>
            <a:r>
              <a:rPr sz="2400" dirty="0">
                <a:solidFill>
                  <a:srgbClr val="FFFFFF"/>
                </a:solidFill>
                <a:latin typeface="Tahoma"/>
                <a:cs typeface="Tahoma"/>
              </a:rPr>
              <a:t> </a:t>
            </a:r>
            <a:r>
              <a:rPr sz="2400" spc="55" dirty="0">
                <a:solidFill>
                  <a:srgbClr val="FFFFFF"/>
                </a:solidFill>
                <a:latin typeface="Tahoma"/>
                <a:cs typeface="Tahoma"/>
              </a:rPr>
              <a:t>battery </a:t>
            </a:r>
            <a:r>
              <a:rPr sz="2400" spc="75" dirty="0">
                <a:solidFill>
                  <a:srgbClr val="FFFFFF"/>
                </a:solidFill>
                <a:latin typeface="Tahoma"/>
                <a:cs typeface="Tahoma"/>
              </a:rPr>
              <a:t>heat</a:t>
            </a:r>
            <a:r>
              <a:rPr sz="2400" spc="50" dirty="0">
                <a:solidFill>
                  <a:srgbClr val="FFFFFF"/>
                </a:solidFill>
                <a:latin typeface="Tahoma"/>
                <a:cs typeface="Tahoma"/>
              </a:rPr>
              <a:t> </a:t>
            </a:r>
            <a:r>
              <a:rPr sz="2400" spc="114" dirty="0">
                <a:solidFill>
                  <a:srgbClr val="FFFFFF"/>
                </a:solidFill>
                <a:latin typeface="Tahoma"/>
                <a:cs typeface="Tahoma"/>
              </a:rPr>
              <a:t>and</a:t>
            </a:r>
            <a:r>
              <a:rPr sz="2400" spc="70" dirty="0">
                <a:solidFill>
                  <a:srgbClr val="FFFFFF"/>
                </a:solidFill>
                <a:latin typeface="Tahoma"/>
                <a:cs typeface="Tahoma"/>
              </a:rPr>
              <a:t> </a:t>
            </a:r>
            <a:r>
              <a:rPr sz="2400" spc="90" dirty="0">
                <a:solidFill>
                  <a:srgbClr val="FFFFFF"/>
                </a:solidFill>
                <a:latin typeface="Tahoma"/>
                <a:cs typeface="Tahoma"/>
              </a:rPr>
              <a:t>two</a:t>
            </a:r>
            <a:r>
              <a:rPr sz="2400" spc="50" dirty="0">
                <a:solidFill>
                  <a:srgbClr val="FFFFFF"/>
                </a:solidFill>
                <a:latin typeface="Tahoma"/>
                <a:cs typeface="Tahoma"/>
              </a:rPr>
              <a:t> </a:t>
            </a:r>
            <a:r>
              <a:rPr sz="2400" spc="95" dirty="0">
                <a:solidFill>
                  <a:srgbClr val="FFFFFF"/>
                </a:solidFill>
                <a:latin typeface="Tahoma"/>
                <a:cs typeface="Tahoma"/>
              </a:rPr>
              <a:t>chambers</a:t>
            </a:r>
            <a:r>
              <a:rPr sz="2400" spc="55" dirty="0">
                <a:solidFill>
                  <a:srgbClr val="FFFFFF"/>
                </a:solidFill>
                <a:latin typeface="Tahoma"/>
                <a:cs typeface="Tahoma"/>
              </a:rPr>
              <a:t> </a:t>
            </a:r>
            <a:r>
              <a:rPr sz="2400" spc="95" dirty="0">
                <a:solidFill>
                  <a:srgbClr val="FFFFFF"/>
                </a:solidFill>
                <a:latin typeface="Tahoma"/>
                <a:cs typeface="Tahoma"/>
              </a:rPr>
              <a:t>for</a:t>
            </a:r>
            <a:r>
              <a:rPr sz="2400" spc="55" dirty="0">
                <a:solidFill>
                  <a:srgbClr val="FFFFFF"/>
                </a:solidFill>
                <a:latin typeface="Tahoma"/>
                <a:cs typeface="Tahoma"/>
              </a:rPr>
              <a:t> </a:t>
            </a:r>
            <a:r>
              <a:rPr sz="2400" spc="70" dirty="0">
                <a:solidFill>
                  <a:srgbClr val="FFFFFF"/>
                </a:solidFill>
                <a:latin typeface="Tahoma"/>
                <a:cs typeface="Tahoma"/>
              </a:rPr>
              <a:t>cooling</a:t>
            </a:r>
            <a:r>
              <a:rPr sz="2400" spc="65" dirty="0">
                <a:solidFill>
                  <a:srgbClr val="FFFFFF"/>
                </a:solidFill>
                <a:latin typeface="Tahoma"/>
                <a:cs typeface="Tahoma"/>
              </a:rPr>
              <a:t> </a:t>
            </a:r>
            <a:r>
              <a:rPr sz="2400" spc="80" dirty="0">
                <a:solidFill>
                  <a:srgbClr val="FFFFFF"/>
                </a:solidFill>
                <a:latin typeface="Tahoma"/>
                <a:cs typeface="Tahoma"/>
              </a:rPr>
              <a:t>the</a:t>
            </a:r>
            <a:r>
              <a:rPr sz="2400" spc="50" dirty="0">
                <a:solidFill>
                  <a:srgbClr val="FFFFFF"/>
                </a:solidFill>
                <a:latin typeface="Tahoma"/>
                <a:cs typeface="Tahoma"/>
              </a:rPr>
              <a:t> </a:t>
            </a:r>
            <a:r>
              <a:rPr sz="2400" spc="85" dirty="0">
                <a:solidFill>
                  <a:srgbClr val="FFFFFF"/>
                </a:solidFill>
                <a:latin typeface="Tahoma"/>
                <a:cs typeface="Tahoma"/>
              </a:rPr>
              <a:t>heated</a:t>
            </a:r>
            <a:r>
              <a:rPr sz="2400" spc="55" dirty="0">
                <a:solidFill>
                  <a:srgbClr val="FFFFFF"/>
                </a:solidFill>
                <a:latin typeface="Tahoma"/>
                <a:cs typeface="Tahoma"/>
              </a:rPr>
              <a:t> </a:t>
            </a:r>
            <a:r>
              <a:rPr sz="2400" dirty="0">
                <a:solidFill>
                  <a:srgbClr val="FFFFFF"/>
                </a:solidFill>
                <a:latin typeface="Tahoma"/>
                <a:cs typeface="Tahoma"/>
              </a:rPr>
              <a:t>oil.</a:t>
            </a:r>
            <a:r>
              <a:rPr sz="2400" spc="45" dirty="0">
                <a:solidFill>
                  <a:srgbClr val="FFFFFF"/>
                </a:solidFill>
                <a:latin typeface="Tahoma"/>
                <a:cs typeface="Tahoma"/>
              </a:rPr>
              <a:t> </a:t>
            </a:r>
            <a:r>
              <a:rPr sz="2400" dirty="0">
                <a:solidFill>
                  <a:srgbClr val="FFFFFF"/>
                </a:solidFill>
                <a:latin typeface="Tahoma"/>
                <a:cs typeface="Tahoma"/>
              </a:rPr>
              <a:t>This</a:t>
            </a:r>
            <a:r>
              <a:rPr sz="2400" spc="65" dirty="0">
                <a:solidFill>
                  <a:srgbClr val="FFFFFF"/>
                </a:solidFill>
                <a:latin typeface="Tahoma"/>
                <a:cs typeface="Tahoma"/>
              </a:rPr>
              <a:t> </a:t>
            </a:r>
            <a:r>
              <a:rPr sz="2400" spc="75" dirty="0">
                <a:solidFill>
                  <a:srgbClr val="FFFFFF"/>
                </a:solidFill>
                <a:latin typeface="Tahoma"/>
                <a:cs typeface="Tahoma"/>
              </a:rPr>
              <a:t>setup </a:t>
            </a:r>
            <a:r>
              <a:rPr sz="2400" spc="85" dirty="0">
                <a:solidFill>
                  <a:srgbClr val="FFFFFF"/>
                </a:solidFill>
                <a:latin typeface="Tahoma"/>
                <a:cs typeface="Tahoma"/>
              </a:rPr>
              <a:t>ensures</a:t>
            </a:r>
            <a:r>
              <a:rPr sz="2400" dirty="0">
                <a:solidFill>
                  <a:srgbClr val="FFFFFF"/>
                </a:solidFill>
                <a:latin typeface="Tahoma"/>
                <a:cs typeface="Tahoma"/>
              </a:rPr>
              <a:t>  </a:t>
            </a:r>
            <a:r>
              <a:rPr sz="2400" spc="55" dirty="0">
                <a:solidFill>
                  <a:srgbClr val="FFFFFF"/>
                </a:solidFill>
                <a:latin typeface="Tahoma"/>
                <a:cs typeface="Tahoma"/>
              </a:rPr>
              <a:t>efficient</a:t>
            </a:r>
            <a:r>
              <a:rPr sz="2400" spc="10" dirty="0">
                <a:solidFill>
                  <a:srgbClr val="FFFFFF"/>
                </a:solidFill>
                <a:latin typeface="Tahoma"/>
                <a:cs typeface="Tahoma"/>
              </a:rPr>
              <a:t>  </a:t>
            </a:r>
            <a:r>
              <a:rPr sz="2400" spc="75" dirty="0">
                <a:solidFill>
                  <a:srgbClr val="FFFFFF"/>
                </a:solidFill>
                <a:latin typeface="Tahoma"/>
                <a:cs typeface="Tahoma"/>
              </a:rPr>
              <a:t>heat</a:t>
            </a:r>
            <a:r>
              <a:rPr sz="2400" spc="5" dirty="0">
                <a:solidFill>
                  <a:srgbClr val="FFFFFF"/>
                </a:solidFill>
                <a:latin typeface="Tahoma"/>
                <a:cs typeface="Tahoma"/>
              </a:rPr>
              <a:t>  </a:t>
            </a:r>
            <a:r>
              <a:rPr sz="2400" spc="85" dirty="0">
                <a:solidFill>
                  <a:srgbClr val="FFFFFF"/>
                </a:solidFill>
                <a:latin typeface="Tahoma"/>
                <a:cs typeface="Tahoma"/>
              </a:rPr>
              <a:t>dissipation</a:t>
            </a:r>
            <a:r>
              <a:rPr sz="2400" spc="5" dirty="0">
                <a:solidFill>
                  <a:srgbClr val="FFFFFF"/>
                </a:solidFill>
                <a:latin typeface="Tahoma"/>
                <a:cs typeface="Tahoma"/>
              </a:rPr>
              <a:t>  </a:t>
            </a:r>
            <a:r>
              <a:rPr sz="2400" spc="114" dirty="0">
                <a:solidFill>
                  <a:srgbClr val="FFFFFF"/>
                </a:solidFill>
                <a:latin typeface="Tahoma"/>
                <a:cs typeface="Tahoma"/>
              </a:rPr>
              <a:t>and</a:t>
            </a:r>
            <a:r>
              <a:rPr sz="2400" spc="10" dirty="0">
                <a:solidFill>
                  <a:srgbClr val="FFFFFF"/>
                </a:solidFill>
                <a:latin typeface="Tahoma"/>
                <a:cs typeface="Tahoma"/>
              </a:rPr>
              <a:t>  </a:t>
            </a:r>
            <a:r>
              <a:rPr sz="2400" spc="90" dirty="0">
                <a:solidFill>
                  <a:srgbClr val="FFFFFF"/>
                </a:solidFill>
                <a:latin typeface="Tahoma"/>
                <a:cs typeface="Tahoma"/>
              </a:rPr>
              <a:t>continuous</a:t>
            </a:r>
            <a:r>
              <a:rPr sz="2400" dirty="0">
                <a:solidFill>
                  <a:srgbClr val="FFFFFF"/>
                </a:solidFill>
                <a:latin typeface="Tahoma"/>
                <a:cs typeface="Tahoma"/>
              </a:rPr>
              <a:t>  </a:t>
            </a:r>
            <a:r>
              <a:rPr sz="2400" spc="75" dirty="0">
                <a:solidFill>
                  <a:srgbClr val="FFFFFF"/>
                </a:solidFill>
                <a:latin typeface="Tahoma"/>
                <a:cs typeface="Tahoma"/>
              </a:rPr>
              <a:t>coolant </a:t>
            </a:r>
            <a:r>
              <a:rPr sz="2400" dirty="0">
                <a:solidFill>
                  <a:srgbClr val="FFFFFF"/>
                </a:solidFill>
                <a:latin typeface="Tahoma"/>
                <a:cs typeface="Tahoma"/>
              </a:rPr>
              <a:t>cycling</a:t>
            </a:r>
            <a:r>
              <a:rPr sz="2400" spc="10" dirty="0">
                <a:solidFill>
                  <a:srgbClr val="FFFFFF"/>
                </a:solidFill>
                <a:latin typeface="Tahoma"/>
                <a:cs typeface="Tahoma"/>
              </a:rPr>
              <a:t> </a:t>
            </a:r>
            <a:r>
              <a:rPr sz="2400" spc="80" dirty="0">
                <a:solidFill>
                  <a:srgbClr val="FFFFFF"/>
                </a:solidFill>
                <a:latin typeface="Tahoma"/>
                <a:cs typeface="Tahoma"/>
              </a:rPr>
              <a:t>without</a:t>
            </a:r>
            <a:r>
              <a:rPr sz="2400" spc="15" dirty="0">
                <a:solidFill>
                  <a:srgbClr val="FFFFFF"/>
                </a:solidFill>
                <a:latin typeface="Tahoma"/>
                <a:cs typeface="Tahoma"/>
              </a:rPr>
              <a:t> </a:t>
            </a:r>
            <a:r>
              <a:rPr sz="2400" spc="45" dirty="0">
                <a:solidFill>
                  <a:srgbClr val="FFFFFF"/>
                </a:solidFill>
                <a:latin typeface="Tahoma"/>
                <a:cs typeface="Tahoma"/>
              </a:rPr>
              <a:t>overheating.</a:t>
            </a:r>
            <a:endParaRPr sz="2400" dirty="0">
              <a:latin typeface="Tahoma"/>
              <a:cs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83BE063-BAAE-CF16-8B1F-6B802D9E278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4A97FFC-F364-B209-263A-70C4ADF6CF1B}"/>
              </a:ext>
            </a:extLst>
          </p:cNvPr>
          <p:cNvSpPr/>
          <p:nvPr/>
        </p:nvSpPr>
        <p:spPr>
          <a:xfrm>
            <a:off x="9450734" y="44503"/>
            <a:ext cx="8449878" cy="10094542"/>
          </a:xfrm>
          <a:custGeom>
            <a:avLst/>
            <a:gdLst/>
            <a:ahLst/>
            <a:cxnLst/>
            <a:rect l="l" t="t" r="r" b="b"/>
            <a:pathLst>
              <a:path w="6076315" h="10287000">
                <a:moveTo>
                  <a:pt x="6076315" y="0"/>
                </a:moveTo>
                <a:lnTo>
                  <a:pt x="0" y="0"/>
                </a:lnTo>
                <a:lnTo>
                  <a:pt x="0" y="10287000"/>
                </a:lnTo>
                <a:lnTo>
                  <a:pt x="6076315" y="10287000"/>
                </a:lnTo>
                <a:lnTo>
                  <a:pt x="6076315" y="0"/>
                </a:lnTo>
                <a:close/>
              </a:path>
            </a:pathLst>
          </a:custGeom>
          <a:solidFill>
            <a:srgbClr val="F6F6F6"/>
          </a:solidFill>
        </p:spPr>
        <p:txBody>
          <a:bodyPr wrap="square" lIns="0" tIns="0" rIns="0" bIns="0" rtlCol="0"/>
          <a:lstStyle/>
          <a:p>
            <a:endParaRPr dirty="0"/>
          </a:p>
        </p:txBody>
      </p:sp>
      <p:sp>
        <p:nvSpPr>
          <p:cNvPr id="9" name="object 9">
            <a:extLst>
              <a:ext uri="{FF2B5EF4-FFF2-40B4-BE49-F238E27FC236}">
                <a16:creationId xmlns:a16="http://schemas.microsoft.com/office/drawing/2014/main" id="{FD21579A-7D65-9764-6C4D-46D5E09A6F89}"/>
              </a:ext>
            </a:extLst>
          </p:cNvPr>
          <p:cNvSpPr/>
          <p:nvPr/>
        </p:nvSpPr>
        <p:spPr>
          <a:xfrm>
            <a:off x="17400905" y="0"/>
            <a:ext cx="863600" cy="1915160"/>
          </a:xfrm>
          <a:custGeom>
            <a:avLst/>
            <a:gdLst/>
            <a:ahLst/>
            <a:cxnLst/>
            <a:rect l="l" t="t" r="r" b="b"/>
            <a:pathLst>
              <a:path w="863600" h="1915160">
                <a:moveTo>
                  <a:pt x="863409" y="0"/>
                </a:moveTo>
                <a:lnTo>
                  <a:pt x="0" y="0"/>
                </a:lnTo>
                <a:lnTo>
                  <a:pt x="0" y="1914778"/>
                </a:lnTo>
                <a:lnTo>
                  <a:pt x="863409" y="1914778"/>
                </a:lnTo>
                <a:lnTo>
                  <a:pt x="863409" y="0"/>
                </a:lnTo>
                <a:close/>
              </a:path>
            </a:pathLst>
          </a:custGeom>
          <a:solidFill>
            <a:srgbClr val="17716C"/>
          </a:solidFill>
        </p:spPr>
        <p:txBody>
          <a:bodyPr wrap="square" lIns="0" tIns="0" rIns="0" bIns="0" rtlCol="0"/>
          <a:lstStyle/>
          <a:p>
            <a:endParaRPr/>
          </a:p>
        </p:txBody>
      </p:sp>
      <p:grpSp>
        <p:nvGrpSpPr>
          <p:cNvPr id="10" name="object 10">
            <a:extLst>
              <a:ext uri="{FF2B5EF4-FFF2-40B4-BE49-F238E27FC236}">
                <a16:creationId xmlns:a16="http://schemas.microsoft.com/office/drawing/2014/main" id="{065E5AE3-AB90-BC49-075C-4A05B02C0221}"/>
              </a:ext>
            </a:extLst>
          </p:cNvPr>
          <p:cNvGrpSpPr/>
          <p:nvPr/>
        </p:nvGrpSpPr>
        <p:grpSpPr>
          <a:xfrm>
            <a:off x="-476250" y="7560564"/>
            <a:ext cx="18740755" cy="3202940"/>
            <a:chOff x="-476250" y="7560564"/>
            <a:chExt cx="18740755" cy="3202940"/>
          </a:xfrm>
        </p:grpSpPr>
        <p:sp>
          <p:nvSpPr>
            <p:cNvPr id="11" name="object 11">
              <a:extLst>
                <a:ext uri="{FF2B5EF4-FFF2-40B4-BE49-F238E27FC236}">
                  <a16:creationId xmlns:a16="http://schemas.microsoft.com/office/drawing/2014/main" id="{7498E079-5BC5-7770-9224-E5FD21F1BA17}"/>
                </a:ext>
              </a:extLst>
            </p:cNvPr>
            <p:cNvSpPr/>
            <p:nvPr/>
          </p:nvSpPr>
          <p:spPr>
            <a:xfrm>
              <a:off x="0" y="8036814"/>
              <a:ext cx="2741930" cy="2250440"/>
            </a:xfrm>
            <a:custGeom>
              <a:avLst/>
              <a:gdLst/>
              <a:ahLst/>
              <a:cxnLst/>
              <a:rect l="l" t="t" r="r" b="b"/>
              <a:pathLst>
                <a:path w="2741930" h="2250440">
                  <a:moveTo>
                    <a:pt x="2709524" y="2250186"/>
                  </a:moveTo>
                  <a:lnTo>
                    <a:pt x="2720298" y="2186793"/>
                  </a:lnTo>
                  <a:lnTo>
                    <a:pt x="2726732" y="2140091"/>
                  </a:lnTo>
                  <a:lnTo>
                    <a:pt x="2732028" y="2093034"/>
                  </a:lnTo>
                  <a:lnTo>
                    <a:pt x="2736172" y="2045639"/>
                  </a:lnTo>
                  <a:lnTo>
                    <a:pt x="2739149" y="1997918"/>
                  </a:lnTo>
                  <a:lnTo>
                    <a:pt x="2740946" y="1949886"/>
                  </a:lnTo>
                  <a:lnTo>
                    <a:pt x="2741549" y="1901558"/>
                  </a:lnTo>
                  <a:lnTo>
                    <a:pt x="2740946" y="1853227"/>
                  </a:lnTo>
                  <a:lnTo>
                    <a:pt x="2739149" y="1805193"/>
                  </a:lnTo>
                  <a:lnTo>
                    <a:pt x="2736172" y="1757471"/>
                  </a:lnTo>
                  <a:lnTo>
                    <a:pt x="2732028" y="1710073"/>
                  </a:lnTo>
                  <a:lnTo>
                    <a:pt x="2726732" y="1663015"/>
                  </a:lnTo>
                  <a:lnTo>
                    <a:pt x="2720298" y="1616312"/>
                  </a:lnTo>
                  <a:lnTo>
                    <a:pt x="2712741" y="1569976"/>
                  </a:lnTo>
                  <a:lnTo>
                    <a:pt x="2704074" y="1524022"/>
                  </a:lnTo>
                  <a:lnTo>
                    <a:pt x="2694312" y="1478466"/>
                  </a:lnTo>
                  <a:lnTo>
                    <a:pt x="2683470" y="1433320"/>
                  </a:lnTo>
                  <a:lnTo>
                    <a:pt x="2671561" y="1388599"/>
                  </a:lnTo>
                  <a:lnTo>
                    <a:pt x="2658600" y="1344317"/>
                  </a:lnTo>
                  <a:lnTo>
                    <a:pt x="2644600" y="1300489"/>
                  </a:lnTo>
                  <a:lnTo>
                    <a:pt x="2629577" y="1257129"/>
                  </a:lnTo>
                  <a:lnTo>
                    <a:pt x="2613545" y="1214251"/>
                  </a:lnTo>
                  <a:lnTo>
                    <a:pt x="2596517" y="1171870"/>
                  </a:lnTo>
                  <a:lnTo>
                    <a:pt x="2578509" y="1129999"/>
                  </a:lnTo>
                  <a:lnTo>
                    <a:pt x="2559533" y="1088653"/>
                  </a:lnTo>
                  <a:lnTo>
                    <a:pt x="2539606" y="1047846"/>
                  </a:lnTo>
                  <a:lnTo>
                    <a:pt x="2518740" y="1007592"/>
                  </a:lnTo>
                  <a:lnTo>
                    <a:pt x="2496950" y="967906"/>
                  </a:lnTo>
                  <a:lnTo>
                    <a:pt x="2474250" y="928802"/>
                  </a:lnTo>
                  <a:lnTo>
                    <a:pt x="2450655" y="890294"/>
                  </a:lnTo>
                  <a:lnTo>
                    <a:pt x="2426179" y="852397"/>
                  </a:lnTo>
                  <a:lnTo>
                    <a:pt x="2400836" y="815124"/>
                  </a:lnTo>
                  <a:lnTo>
                    <a:pt x="2374640" y="778489"/>
                  </a:lnTo>
                  <a:lnTo>
                    <a:pt x="2347606" y="742509"/>
                  </a:lnTo>
                  <a:lnTo>
                    <a:pt x="2319748" y="707195"/>
                  </a:lnTo>
                  <a:lnTo>
                    <a:pt x="2291080" y="672563"/>
                  </a:lnTo>
                  <a:lnTo>
                    <a:pt x="2261616" y="638627"/>
                  </a:lnTo>
                  <a:lnTo>
                    <a:pt x="2231371" y="605401"/>
                  </a:lnTo>
                  <a:lnTo>
                    <a:pt x="2200359" y="572899"/>
                  </a:lnTo>
                  <a:lnTo>
                    <a:pt x="2168594" y="541136"/>
                  </a:lnTo>
                  <a:lnTo>
                    <a:pt x="2136090" y="510126"/>
                  </a:lnTo>
                  <a:lnTo>
                    <a:pt x="2102862" y="479883"/>
                  </a:lnTo>
                  <a:lnTo>
                    <a:pt x="2068924" y="450422"/>
                  </a:lnTo>
                  <a:lnTo>
                    <a:pt x="2034291" y="421756"/>
                  </a:lnTo>
                  <a:lnTo>
                    <a:pt x="1998975" y="393900"/>
                  </a:lnTo>
                  <a:lnTo>
                    <a:pt x="1962993" y="366868"/>
                  </a:lnTo>
                  <a:lnTo>
                    <a:pt x="1926357" y="340675"/>
                  </a:lnTo>
                  <a:lnTo>
                    <a:pt x="1889083" y="315334"/>
                  </a:lnTo>
                  <a:lnTo>
                    <a:pt x="1851184" y="290860"/>
                  </a:lnTo>
                  <a:lnTo>
                    <a:pt x="1812675" y="267267"/>
                  </a:lnTo>
                  <a:lnTo>
                    <a:pt x="1773570" y="244570"/>
                  </a:lnTo>
                  <a:lnTo>
                    <a:pt x="1733883" y="222782"/>
                  </a:lnTo>
                  <a:lnTo>
                    <a:pt x="1693628" y="201918"/>
                  </a:lnTo>
                  <a:lnTo>
                    <a:pt x="1652821" y="181992"/>
                  </a:lnTo>
                  <a:lnTo>
                    <a:pt x="1611474" y="163019"/>
                  </a:lnTo>
                  <a:lnTo>
                    <a:pt x="1569603" y="145012"/>
                  </a:lnTo>
                  <a:lnTo>
                    <a:pt x="1527222" y="127987"/>
                  </a:lnTo>
                  <a:lnTo>
                    <a:pt x="1484344" y="111956"/>
                  </a:lnTo>
                  <a:lnTo>
                    <a:pt x="1440984" y="96935"/>
                  </a:lnTo>
                  <a:lnTo>
                    <a:pt x="1397157" y="82937"/>
                  </a:lnTo>
                  <a:lnTo>
                    <a:pt x="1352876" y="69978"/>
                  </a:lnTo>
                  <a:lnTo>
                    <a:pt x="1308156" y="58070"/>
                  </a:lnTo>
                  <a:lnTo>
                    <a:pt x="1263011" y="47229"/>
                  </a:lnTo>
                  <a:lnTo>
                    <a:pt x="1217455" y="37469"/>
                  </a:lnTo>
                  <a:lnTo>
                    <a:pt x="1171503" y="28803"/>
                  </a:lnTo>
                  <a:lnTo>
                    <a:pt x="1125169" y="21247"/>
                  </a:lnTo>
                  <a:lnTo>
                    <a:pt x="1078468" y="14814"/>
                  </a:lnTo>
                  <a:lnTo>
                    <a:pt x="1031412" y="9519"/>
                  </a:lnTo>
                  <a:lnTo>
                    <a:pt x="984017" y="5376"/>
                  </a:lnTo>
                  <a:lnTo>
                    <a:pt x="936297" y="2398"/>
                  </a:lnTo>
                  <a:lnTo>
                    <a:pt x="888267" y="602"/>
                  </a:lnTo>
                  <a:lnTo>
                    <a:pt x="839939" y="0"/>
                  </a:lnTo>
                  <a:lnTo>
                    <a:pt x="791612" y="602"/>
                  </a:lnTo>
                  <a:lnTo>
                    <a:pt x="743580" y="2398"/>
                  </a:lnTo>
                  <a:lnTo>
                    <a:pt x="695860" y="5376"/>
                  </a:lnTo>
                  <a:lnTo>
                    <a:pt x="648465" y="9519"/>
                  </a:lnTo>
                  <a:lnTo>
                    <a:pt x="601409" y="14814"/>
                  </a:lnTo>
                  <a:lnTo>
                    <a:pt x="554707" y="21247"/>
                  </a:lnTo>
                  <a:lnTo>
                    <a:pt x="508373" y="28803"/>
                  </a:lnTo>
                  <a:lnTo>
                    <a:pt x="462421" y="37469"/>
                  </a:lnTo>
                  <a:lnTo>
                    <a:pt x="416865" y="47229"/>
                  </a:lnTo>
                  <a:lnTo>
                    <a:pt x="371720" y="58070"/>
                  </a:lnTo>
                  <a:lnTo>
                    <a:pt x="327001" y="69978"/>
                  </a:lnTo>
                  <a:lnTo>
                    <a:pt x="282720" y="82937"/>
                  </a:lnTo>
                  <a:lnTo>
                    <a:pt x="238893" y="96935"/>
                  </a:lnTo>
                  <a:lnTo>
                    <a:pt x="195533" y="111956"/>
                  </a:lnTo>
                  <a:lnTo>
                    <a:pt x="152655" y="127987"/>
                  </a:lnTo>
                  <a:lnTo>
                    <a:pt x="110274" y="145012"/>
                  </a:lnTo>
                  <a:lnTo>
                    <a:pt x="68403" y="163019"/>
                  </a:lnTo>
                  <a:lnTo>
                    <a:pt x="27057" y="181992"/>
                  </a:lnTo>
                  <a:lnTo>
                    <a:pt x="0" y="195204"/>
                  </a:lnTo>
                </a:path>
              </a:pathLst>
            </a:custGeom>
            <a:ln w="952500">
              <a:solidFill>
                <a:srgbClr val="F6F6F6"/>
              </a:solidFill>
            </a:ln>
          </p:spPr>
          <p:txBody>
            <a:bodyPr wrap="square" lIns="0" tIns="0" rIns="0" bIns="0" rtlCol="0"/>
            <a:lstStyle/>
            <a:p>
              <a:endParaRPr/>
            </a:p>
          </p:txBody>
        </p:sp>
        <p:sp>
          <p:nvSpPr>
            <p:cNvPr id="12" name="object 12">
              <a:extLst>
                <a:ext uri="{FF2B5EF4-FFF2-40B4-BE49-F238E27FC236}">
                  <a16:creationId xmlns:a16="http://schemas.microsoft.com/office/drawing/2014/main" id="{9E5FF3B4-7C18-6C61-FD71-7F2F3CDAD8C9}"/>
                </a:ext>
              </a:extLst>
            </p:cNvPr>
            <p:cNvSpPr/>
            <p:nvPr/>
          </p:nvSpPr>
          <p:spPr>
            <a:xfrm>
              <a:off x="0" y="10094695"/>
              <a:ext cx="18264505" cy="192405"/>
            </a:xfrm>
            <a:custGeom>
              <a:avLst/>
              <a:gdLst/>
              <a:ahLst/>
              <a:cxnLst/>
              <a:rect l="l" t="t" r="r" b="b"/>
              <a:pathLst>
                <a:path w="18264505" h="192404">
                  <a:moveTo>
                    <a:pt x="18264251" y="0"/>
                  </a:moveTo>
                  <a:lnTo>
                    <a:pt x="0" y="0"/>
                  </a:lnTo>
                  <a:lnTo>
                    <a:pt x="0" y="192303"/>
                  </a:lnTo>
                  <a:lnTo>
                    <a:pt x="18264251" y="192303"/>
                  </a:lnTo>
                  <a:lnTo>
                    <a:pt x="18264251" y="0"/>
                  </a:lnTo>
                  <a:close/>
                </a:path>
              </a:pathLst>
            </a:custGeom>
            <a:solidFill>
              <a:srgbClr val="17716C"/>
            </a:solidFill>
          </p:spPr>
          <p:txBody>
            <a:bodyPr wrap="square" lIns="0" tIns="0" rIns="0" bIns="0" rtlCol="0"/>
            <a:lstStyle/>
            <a:p>
              <a:endParaRPr/>
            </a:p>
          </p:txBody>
        </p:sp>
        <p:sp>
          <p:nvSpPr>
            <p:cNvPr id="13" name="object 13">
              <a:extLst>
                <a:ext uri="{FF2B5EF4-FFF2-40B4-BE49-F238E27FC236}">
                  <a16:creationId xmlns:a16="http://schemas.microsoft.com/office/drawing/2014/main" id="{68C26FE9-EFC9-E5C6-E7D2-B107AFBA43AE}"/>
                </a:ext>
              </a:extLst>
            </p:cNvPr>
            <p:cNvSpPr/>
            <p:nvPr/>
          </p:nvSpPr>
          <p:spPr>
            <a:xfrm>
              <a:off x="387388" y="8036814"/>
              <a:ext cx="878205" cy="877569"/>
            </a:xfrm>
            <a:custGeom>
              <a:avLst/>
              <a:gdLst/>
              <a:ahLst/>
              <a:cxnLst/>
              <a:rect l="l" t="t" r="r" b="b"/>
              <a:pathLst>
                <a:path w="878205" h="877570">
                  <a:moveTo>
                    <a:pt x="438823" y="0"/>
                  </a:moveTo>
                  <a:lnTo>
                    <a:pt x="391008" y="2574"/>
                  </a:lnTo>
                  <a:lnTo>
                    <a:pt x="344685" y="10121"/>
                  </a:lnTo>
                  <a:lnTo>
                    <a:pt x="300121" y="22371"/>
                  </a:lnTo>
                  <a:lnTo>
                    <a:pt x="257584" y="39057"/>
                  </a:lnTo>
                  <a:lnTo>
                    <a:pt x="217341" y="59911"/>
                  </a:lnTo>
                  <a:lnTo>
                    <a:pt x="179660" y="84665"/>
                  </a:lnTo>
                  <a:lnTo>
                    <a:pt x="144809" y="113052"/>
                  </a:lnTo>
                  <a:lnTo>
                    <a:pt x="113055" y="144803"/>
                  </a:lnTo>
                  <a:lnTo>
                    <a:pt x="84667" y="179652"/>
                  </a:lnTo>
                  <a:lnTo>
                    <a:pt x="59912" y="217329"/>
                  </a:lnTo>
                  <a:lnTo>
                    <a:pt x="39057" y="257569"/>
                  </a:lnTo>
                  <a:lnTo>
                    <a:pt x="22371" y="300102"/>
                  </a:lnTo>
                  <a:lnTo>
                    <a:pt x="10121" y="344660"/>
                  </a:lnTo>
                  <a:lnTo>
                    <a:pt x="2574" y="390977"/>
                  </a:lnTo>
                  <a:lnTo>
                    <a:pt x="0" y="438785"/>
                  </a:lnTo>
                  <a:lnTo>
                    <a:pt x="2574" y="486592"/>
                  </a:lnTo>
                  <a:lnTo>
                    <a:pt x="10121" y="532909"/>
                  </a:lnTo>
                  <a:lnTo>
                    <a:pt x="22371" y="577467"/>
                  </a:lnTo>
                  <a:lnTo>
                    <a:pt x="39057" y="620000"/>
                  </a:lnTo>
                  <a:lnTo>
                    <a:pt x="59912" y="660240"/>
                  </a:lnTo>
                  <a:lnTo>
                    <a:pt x="84667" y="697917"/>
                  </a:lnTo>
                  <a:lnTo>
                    <a:pt x="113055" y="732766"/>
                  </a:lnTo>
                  <a:lnTo>
                    <a:pt x="144809" y="764517"/>
                  </a:lnTo>
                  <a:lnTo>
                    <a:pt x="179660" y="792904"/>
                  </a:lnTo>
                  <a:lnTo>
                    <a:pt x="217341" y="817658"/>
                  </a:lnTo>
                  <a:lnTo>
                    <a:pt x="257584" y="838512"/>
                  </a:lnTo>
                  <a:lnTo>
                    <a:pt x="300121" y="855198"/>
                  </a:lnTo>
                  <a:lnTo>
                    <a:pt x="344685" y="867448"/>
                  </a:lnTo>
                  <a:lnTo>
                    <a:pt x="391008" y="874995"/>
                  </a:lnTo>
                  <a:lnTo>
                    <a:pt x="438823" y="877570"/>
                  </a:lnTo>
                  <a:lnTo>
                    <a:pt x="486639" y="874995"/>
                  </a:lnTo>
                  <a:lnTo>
                    <a:pt x="532964" y="867448"/>
                  </a:lnTo>
                  <a:lnTo>
                    <a:pt x="577529" y="855198"/>
                  </a:lnTo>
                  <a:lnTo>
                    <a:pt x="620067" y="838512"/>
                  </a:lnTo>
                  <a:lnTo>
                    <a:pt x="660310" y="817658"/>
                  </a:lnTo>
                  <a:lnTo>
                    <a:pt x="697991" y="792904"/>
                  </a:lnTo>
                  <a:lnTo>
                    <a:pt x="732841" y="764517"/>
                  </a:lnTo>
                  <a:lnTo>
                    <a:pt x="764594" y="732766"/>
                  </a:lnTo>
                  <a:lnTo>
                    <a:pt x="792982" y="697917"/>
                  </a:lnTo>
                  <a:lnTo>
                    <a:pt x="817736" y="660240"/>
                  </a:lnTo>
                  <a:lnTo>
                    <a:pt x="838590" y="620000"/>
                  </a:lnTo>
                  <a:lnTo>
                    <a:pt x="855275" y="577467"/>
                  </a:lnTo>
                  <a:lnTo>
                    <a:pt x="867525" y="532909"/>
                  </a:lnTo>
                  <a:lnTo>
                    <a:pt x="875071" y="486592"/>
                  </a:lnTo>
                  <a:lnTo>
                    <a:pt x="877646" y="438785"/>
                  </a:lnTo>
                  <a:lnTo>
                    <a:pt x="875071" y="390977"/>
                  </a:lnTo>
                  <a:lnTo>
                    <a:pt x="867525" y="344660"/>
                  </a:lnTo>
                  <a:lnTo>
                    <a:pt x="855275" y="300102"/>
                  </a:lnTo>
                  <a:lnTo>
                    <a:pt x="838590" y="257569"/>
                  </a:lnTo>
                  <a:lnTo>
                    <a:pt x="817736" y="217329"/>
                  </a:lnTo>
                  <a:lnTo>
                    <a:pt x="792982" y="179652"/>
                  </a:lnTo>
                  <a:lnTo>
                    <a:pt x="764594" y="144803"/>
                  </a:lnTo>
                  <a:lnTo>
                    <a:pt x="732841" y="113052"/>
                  </a:lnTo>
                  <a:lnTo>
                    <a:pt x="697991" y="84665"/>
                  </a:lnTo>
                  <a:lnTo>
                    <a:pt x="660310" y="59911"/>
                  </a:lnTo>
                  <a:lnTo>
                    <a:pt x="620067" y="39057"/>
                  </a:lnTo>
                  <a:lnTo>
                    <a:pt x="577529" y="22371"/>
                  </a:lnTo>
                  <a:lnTo>
                    <a:pt x="532964" y="10121"/>
                  </a:lnTo>
                  <a:lnTo>
                    <a:pt x="486639" y="2574"/>
                  </a:lnTo>
                  <a:lnTo>
                    <a:pt x="438823" y="0"/>
                  </a:lnTo>
                  <a:close/>
                </a:path>
              </a:pathLst>
            </a:custGeom>
            <a:solidFill>
              <a:srgbClr val="EAE3D2"/>
            </a:solidFill>
          </p:spPr>
          <p:txBody>
            <a:bodyPr wrap="square" lIns="0" tIns="0" rIns="0" bIns="0" rtlCol="0"/>
            <a:lstStyle/>
            <a:p>
              <a:endParaRPr/>
            </a:p>
          </p:txBody>
        </p:sp>
      </p:grpSp>
      <p:sp>
        <p:nvSpPr>
          <p:cNvPr id="21" name="object 21">
            <a:extLst>
              <a:ext uri="{FF2B5EF4-FFF2-40B4-BE49-F238E27FC236}">
                <a16:creationId xmlns:a16="http://schemas.microsoft.com/office/drawing/2014/main" id="{35916888-9694-4642-E09F-4E7D9AC31169}"/>
              </a:ext>
            </a:extLst>
          </p:cNvPr>
          <p:cNvSpPr txBox="1">
            <a:spLocks noGrp="1"/>
          </p:cNvSpPr>
          <p:nvPr>
            <p:ph type="title"/>
          </p:nvPr>
        </p:nvSpPr>
        <p:spPr>
          <a:xfrm>
            <a:off x="517749" y="160573"/>
            <a:ext cx="8769300" cy="782265"/>
          </a:xfrm>
          <a:prstGeom prst="rect">
            <a:avLst/>
          </a:prstGeom>
        </p:spPr>
        <p:txBody>
          <a:bodyPr vert="horz" wrap="square" lIns="0" tIns="12700" rIns="0" bIns="0" rtlCol="0">
            <a:spAutoFit/>
          </a:bodyPr>
          <a:lstStyle/>
          <a:p>
            <a:pPr marL="12700">
              <a:lnSpc>
                <a:spcPct val="100000"/>
              </a:lnSpc>
              <a:spcBef>
                <a:spcPts val="100"/>
              </a:spcBef>
            </a:pPr>
            <a:r>
              <a:rPr lang="en-IN" sz="5000" spc="340" dirty="0">
                <a:solidFill>
                  <a:srgbClr val="17716C"/>
                </a:solidFill>
              </a:rPr>
              <a:t>ARCHITECTURE DIAGRAM</a:t>
            </a:r>
            <a:endParaRPr sz="5000" dirty="0"/>
          </a:p>
        </p:txBody>
      </p:sp>
      <p:sp>
        <p:nvSpPr>
          <p:cNvPr id="24" name="object 24">
            <a:extLst>
              <a:ext uri="{FF2B5EF4-FFF2-40B4-BE49-F238E27FC236}">
                <a16:creationId xmlns:a16="http://schemas.microsoft.com/office/drawing/2014/main" id="{52F770DA-5E7C-7764-1BEE-FF6DABB19F40}"/>
              </a:ext>
            </a:extLst>
          </p:cNvPr>
          <p:cNvSpPr txBox="1"/>
          <p:nvPr/>
        </p:nvSpPr>
        <p:spPr>
          <a:xfrm>
            <a:off x="1487550" y="6116081"/>
            <a:ext cx="7996555" cy="538609"/>
          </a:xfrm>
          <a:prstGeom prst="rect">
            <a:avLst/>
          </a:prstGeom>
        </p:spPr>
        <p:txBody>
          <a:bodyPr vert="horz" wrap="square" lIns="0" tIns="167640" rIns="0" bIns="0" rtlCol="0">
            <a:spAutoFit/>
          </a:bodyPr>
          <a:lstStyle/>
          <a:p>
            <a:pPr marL="12700">
              <a:lnSpc>
                <a:spcPct val="100000"/>
              </a:lnSpc>
              <a:spcBef>
                <a:spcPts val="1320"/>
              </a:spcBef>
            </a:pPr>
            <a:r>
              <a:rPr sz="2400" spc="-10" dirty="0">
                <a:latin typeface="Tahoma"/>
                <a:cs typeface="Tahoma"/>
              </a:rPr>
              <a:t>.</a:t>
            </a:r>
            <a:endParaRPr sz="2400" dirty="0">
              <a:latin typeface="Tahoma"/>
              <a:cs typeface="Tahoma"/>
            </a:endParaRPr>
          </a:p>
        </p:txBody>
      </p:sp>
      <p:sp>
        <p:nvSpPr>
          <p:cNvPr id="26" name="object 26">
            <a:extLst>
              <a:ext uri="{FF2B5EF4-FFF2-40B4-BE49-F238E27FC236}">
                <a16:creationId xmlns:a16="http://schemas.microsoft.com/office/drawing/2014/main" id="{B7481635-6F2A-33C9-971C-D55DF67090F5}"/>
              </a:ext>
            </a:extLst>
          </p:cNvPr>
          <p:cNvSpPr txBox="1"/>
          <p:nvPr/>
        </p:nvSpPr>
        <p:spPr>
          <a:xfrm>
            <a:off x="13126774" y="129847"/>
            <a:ext cx="4123459" cy="1397819"/>
          </a:xfrm>
          <a:prstGeom prst="rect">
            <a:avLst/>
          </a:prstGeom>
        </p:spPr>
        <p:txBody>
          <a:bodyPr vert="horz" wrap="square" lIns="0" tIns="12700" rIns="0" bIns="0" rtlCol="0">
            <a:spAutoFit/>
          </a:bodyPr>
          <a:lstStyle/>
          <a:p>
            <a:pPr marL="12700">
              <a:lnSpc>
                <a:spcPct val="100000"/>
              </a:lnSpc>
              <a:spcBef>
                <a:spcPts val="100"/>
              </a:spcBef>
            </a:pPr>
            <a:r>
              <a:rPr lang="en-IN" sz="4500" b="1" spc="390" dirty="0">
                <a:solidFill>
                  <a:srgbClr val="17716C"/>
                </a:solidFill>
                <a:latin typeface="Trebuchet MS"/>
                <a:cs typeface="Trebuchet MS"/>
              </a:rPr>
              <a:t>WORK FLOW          DIAGRAM</a:t>
            </a:r>
            <a:endParaRPr sz="4500" dirty="0">
              <a:latin typeface="Trebuchet MS"/>
              <a:cs typeface="Trebuchet MS"/>
            </a:endParaRPr>
          </a:p>
        </p:txBody>
      </p:sp>
      <p:pic>
        <p:nvPicPr>
          <p:cNvPr id="29" name="Picture 28">
            <a:extLst>
              <a:ext uri="{FF2B5EF4-FFF2-40B4-BE49-F238E27FC236}">
                <a16:creationId xmlns:a16="http://schemas.microsoft.com/office/drawing/2014/main" id="{D0A109AE-ECE2-5E82-5B17-90F27640453C}"/>
              </a:ext>
            </a:extLst>
          </p:cNvPr>
          <p:cNvPicPr>
            <a:picLocks noChangeAspect="1"/>
          </p:cNvPicPr>
          <p:nvPr/>
        </p:nvPicPr>
        <p:blipFill>
          <a:blip r:embed="rId2"/>
          <a:stretch>
            <a:fillRect/>
          </a:stretch>
        </p:blipFill>
        <p:spPr>
          <a:xfrm>
            <a:off x="594937" y="1462768"/>
            <a:ext cx="11292263" cy="7871732"/>
          </a:xfrm>
          <a:prstGeom prst="rect">
            <a:avLst/>
          </a:prstGeom>
        </p:spPr>
      </p:pic>
      <p:pic>
        <p:nvPicPr>
          <p:cNvPr id="31" name="Picture 30">
            <a:extLst>
              <a:ext uri="{FF2B5EF4-FFF2-40B4-BE49-F238E27FC236}">
                <a16:creationId xmlns:a16="http://schemas.microsoft.com/office/drawing/2014/main" id="{5F7D8FCF-054B-2C91-9C6A-741FB6369E37}"/>
              </a:ext>
            </a:extLst>
          </p:cNvPr>
          <p:cNvPicPr>
            <a:picLocks noChangeAspect="1"/>
          </p:cNvPicPr>
          <p:nvPr/>
        </p:nvPicPr>
        <p:blipFill>
          <a:blip r:embed="rId3"/>
          <a:stretch>
            <a:fillRect/>
          </a:stretch>
        </p:blipFill>
        <p:spPr>
          <a:xfrm>
            <a:off x="12050885" y="1462768"/>
            <a:ext cx="5562020" cy="7871732"/>
          </a:xfrm>
          <a:prstGeom prst="rect">
            <a:avLst/>
          </a:prstGeom>
        </p:spPr>
      </p:pic>
    </p:spTree>
    <p:extLst>
      <p:ext uri="{BB962C8B-B14F-4D97-AF65-F5344CB8AC3E}">
        <p14:creationId xmlns:p14="http://schemas.microsoft.com/office/powerpoint/2010/main" val="2467013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45DF8BA-C8AF-1A62-41B5-9082C55D0A9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4DE6ECC-2222-2B6A-9C2E-4E194E978003}"/>
              </a:ext>
            </a:extLst>
          </p:cNvPr>
          <p:cNvSpPr txBox="1">
            <a:spLocks noGrp="1"/>
          </p:cNvSpPr>
          <p:nvPr>
            <p:ph type="title"/>
          </p:nvPr>
        </p:nvSpPr>
        <p:spPr>
          <a:xfrm>
            <a:off x="237490" y="263270"/>
            <a:ext cx="7270089" cy="4444807"/>
          </a:xfrm>
          <a:prstGeom prst="rect">
            <a:avLst/>
          </a:prstGeom>
        </p:spPr>
        <p:txBody>
          <a:bodyPr vert="horz" wrap="square" lIns="0" tIns="12700" rIns="0" bIns="0" rtlCol="0">
            <a:spAutoFit/>
          </a:bodyPr>
          <a:lstStyle/>
          <a:p>
            <a:pPr marL="41910">
              <a:lnSpc>
                <a:spcPct val="100000"/>
              </a:lnSpc>
              <a:spcBef>
                <a:spcPts val="100"/>
              </a:spcBef>
            </a:pPr>
            <a:r>
              <a:rPr lang="en-IN" spc="490" dirty="0">
                <a:solidFill>
                  <a:srgbClr val="17716C"/>
                </a:solidFill>
              </a:rPr>
              <a:t>HOW MY SYSTEM IS UNIQUE FROM EXISTING ONES</a:t>
            </a:r>
            <a:endParaRPr spc="490" dirty="0">
              <a:solidFill>
                <a:srgbClr val="17716C"/>
              </a:solidFill>
            </a:endParaRPr>
          </a:p>
        </p:txBody>
      </p:sp>
      <p:grpSp>
        <p:nvGrpSpPr>
          <p:cNvPr id="3" name="object 3">
            <a:extLst>
              <a:ext uri="{FF2B5EF4-FFF2-40B4-BE49-F238E27FC236}">
                <a16:creationId xmlns:a16="http://schemas.microsoft.com/office/drawing/2014/main" id="{19A7090C-F1C6-2F9B-9C3C-94950C3C9D5D}"/>
              </a:ext>
            </a:extLst>
          </p:cNvPr>
          <p:cNvGrpSpPr/>
          <p:nvPr/>
        </p:nvGrpSpPr>
        <p:grpSpPr>
          <a:xfrm>
            <a:off x="0" y="0"/>
            <a:ext cx="18288000" cy="10287000"/>
            <a:chOff x="0" y="0"/>
            <a:chExt cx="18288000" cy="10287000"/>
          </a:xfrm>
        </p:grpSpPr>
        <p:sp>
          <p:nvSpPr>
            <p:cNvPr id="4" name="object 4">
              <a:extLst>
                <a:ext uri="{FF2B5EF4-FFF2-40B4-BE49-F238E27FC236}">
                  <a16:creationId xmlns:a16="http://schemas.microsoft.com/office/drawing/2014/main" id="{85742C05-1C03-73C3-B921-11CE90ED5559}"/>
                </a:ext>
              </a:extLst>
            </p:cNvPr>
            <p:cNvSpPr/>
            <p:nvPr/>
          </p:nvSpPr>
          <p:spPr>
            <a:xfrm>
              <a:off x="0" y="0"/>
              <a:ext cx="18288000" cy="10287000"/>
            </a:xfrm>
            <a:custGeom>
              <a:avLst/>
              <a:gdLst/>
              <a:ahLst/>
              <a:cxnLst/>
              <a:rect l="l" t="t" r="r" b="b"/>
              <a:pathLst>
                <a:path w="18288000" h="10287000">
                  <a:moveTo>
                    <a:pt x="18288000" y="0"/>
                  </a:moveTo>
                  <a:lnTo>
                    <a:pt x="7718298" y="0"/>
                  </a:lnTo>
                  <a:lnTo>
                    <a:pt x="7718298" y="4987163"/>
                  </a:lnTo>
                  <a:lnTo>
                    <a:pt x="0" y="4987163"/>
                  </a:lnTo>
                  <a:lnTo>
                    <a:pt x="0" y="10287000"/>
                  </a:lnTo>
                  <a:lnTo>
                    <a:pt x="7718298" y="10287000"/>
                  </a:lnTo>
                  <a:lnTo>
                    <a:pt x="7983093" y="10287000"/>
                  </a:lnTo>
                  <a:lnTo>
                    <a:pt x="18288000" y="10287000"/>
                  </a:lnTo>
                  <a:lnTo>
                    <a:pt x="18288000" y="0"/>
                  </a:lnTo>
                  <a:close/>
                </a:path>
              </a:pathLst>
            </a:custGeom>
            <a:solidFill>
              <a:srgbClr val="17716C"/>
            </a:solidFill>
          </p:spPr>
          <p:txBody>
            <a:bodyPr wrap="square" lIns="0" tIns="0" rIns="0" bIns="0" rtlCol="0"/>
            <a:lstStyle/>
            <a:p>
              <a:endParaRPr dirty="0"/>
            </a:p>
          </p:txBody>
        </p:sp>
        <p:sp>
          <p:nvSpPr>
            <p:cNvPr id="5" name="object 5">
              <a:extLst>
                <a:ext uri="{FF2B5EF4-FFF2-40B4-BE49-F238E27FC236}">
                  <a16:creationId xmlns:a16="http://schemas.microsoft.com/office/drawing/2014/main" id="{AB68A7D3-3A90-F19E-CE77-6967E1B4C392}"/>
                </a:ext>
              </a:extLst>
            </p:cNvPr>
            <p:cNvSpPr/>
            <p:nvPr/>
          </p:nvSpPr>
          <p:spPr>
            <a:xfrm>
              <a:off x="401116" y="1284986"/>
              <a:ext cx="1858645" cy="0"/>
            </a:xfrm>
            <a:custGeom>
              <a:avLst/>
              <a:gdLst/>
              <a:ahLst/>
              <a:cxnLst/>
              <a:rect l="l" t="t" r="r" b="b"/>
              <a:pathLst>
                <a:path w="1858645">
                  <a:moveTo>
                    <a:pt x="0" y="0"/>
                  </a:moveTo>
                  <a:lnTo>
                    <a:pt x="1858340" y="0"/>
                  </a:lnTo>
                </a:path>
              </a:pathLst>
            </a:custGeom>
            <a:ln w="76200">
              <a:solidFill>
                <a:srgbClr val="EAE3D2"/>
              </a:solidFill>
            </a:ln>
          </p:spPr>
          <p:txBody>
            <a:bodyPr wrap="square" lIns="0" tIns="0" rIns="0" bIns="0" rtlCol="0"/>
            <a:lstStyle/>
            <a:p>
              <a:endParaRPr/>
            </a:p>
          </p:txBody>
        </p:sp>
        <p:sp>
          <p:nvSpPr>
            <p:cNvPr id="6" name="object 6">
              <a:extLst>
                <a:ext uri="{FF2B5EF4-FFF2-40B4-BE49-F238E27FC236}">
                  <a16:creationId xmlns:a16="http://schemas.microsoft.com/office/drawing/2014/main" id="{4E4B8699-73B3-8634-DF28-E1576EC2E549}"/>
                </a:ext>
              </a:extLst>
            </p:cNvPr>
            <p:cNvSpPr/>
            <p:nvPr/>
          </p:nvSpPr>
          <p:spPr>
            <a:xfrm>
              <a:off x="401116" y="6128003"/>
              <a:ext cx="878205" cy="878205"/>
            </a:xfrm>
            <a:custGeom>
              <a:avLst/>
              <a:gdLst/>
              <a:ahLst/>
              <a:cxnLst/>
              <a:rect l="l" t="t" r="r" b="b"/>
              <a:pathLst>
                <a:path w="878205" h="878204">
                  <a:moveTo>
                    <a:pt x="438823" y="0"/>
                  </a:moveTo>
                  <a:lnTo>
                    <a:pt x="391008" y="2574"/>
                  </a:lnTo>
                  <a:lnTo>
                    <a:pt x="344685" y="10121"/>
                  </a:lnTo>
                  <a:lnTo>
                    <a:pt x="300121" y="22371"/>
                  </a:lnTo>
                  <a:lnTo>
                    <a:pt x="257584" y="39057"/>
                  </a:lnTo>
                  <a:lnTo>
                    <a:pt x="217341" y="59911"/>
                  </a:lnTo>
                  <a:lnTo>
                    <a:pt x="179660" y="84665"/>
                  </a:lnTo>
                  <a:lnTo>
                    <a:pt x="144809" y="113052"/>
                  </a:lnTo>
                  <a:lnTo>
                    <a:pt x="113055" y="144803"/>
                  </a:lnTo>
                  <a:lnTo>
                    <a:pt x="84667" y="179652"/>
                  </a:lnTo>
                  <a:lnTo>
                    <a:pt x="59912" y="217329"/>
                  </a:lnTo>
                  <a:lnTo>
                    <a:pt x="39057" y="257569"/>
                  </a:lnTo>
                  <a:lnTo>
                    <a:pt x="22371" y="300102"/>
                  </a:lnTo>
                  <a:lnTo>
                    <a:pt x="10121" y="344660"/>
                  </a:lnTo>
                  <a:lnTo>
                    <a:pt x="2574" y="390977"/>
                  </a:lnTo>
                  <a:lnTo>
                    <a:pt x="0" y="438785"/>
                  </a:lnTo>
                  <a:lnTo>
                    <a:pt x="2574" y="486616"/>
                  </a:lnTo>
                  <a:lnTo>
                    <a:pt x="10121" y="532953"/>
                  </a:lnTo>
                  <a:lnTo>
                    <a:pt x="22371" y="577529"/>
                  </a:lnTo>
                  <a:lnTo>
                    <a:pt x="39057" y="620077"/>
                  </a:lnTo>
                  <a:lnTo>
                    <a:pt x="59912" y="660329"/>
                  </a:lnTo>
                  <a:lnTo>
                    <a:pt x="84667" y="698017"/>
                  </a:lnTo>
                  <a:lnTo>
                    <a:pt x="113055" y="732874"/>
                  </a:lnTo>
                  <a:lnTo>
                    <a:pt x="144809" y="764632"/>
                  </a:lnTo>
                  <a:lnTo>
                    <a:pt x="179660" y="793023"/>
                  </a:lnTo>
                  <a:lnTo>
                    <a:pt x="217341" y="817781"/>
                  </a:lnTo>
                  <a:lnTo>
                    <a:pt x="257584" y="838637"/>
                  </a:lnTo>
                  <a:lnTo>
                    <a:pt x="300121" y="855324"/>
                  </a:lnTo>
                  <a:lnTo>
                    <a:pt x="344685" y="867575"/>
                  </a:lnTo>
                  <a:lnTo>
                    <a:pt x="391008" y="875122"/>
                  </a:lnTo>
                  <a:lnTo>
                    <a:pt x="438823" y="877697"/>
                  </a:lnTo>
                  <a:lnTo>
                    <a:pt x="486639" y="875122"/>
                  </a:lnTo>
                  <a:lnTo>
                    <a:pt x="532964" y="867575"/>
                  </a:lnTo>
                  <a:lnTo>
                    <a:pt x="577529" y="855324"/>
                  </a:lnTo>
                  <a:lnTo>
                    <a:pt x="620067" y="838637"/>
                  </a:lnTo>
                  <a:lnTo>
                    <a:pt x="660310" y="817781"/>
                  </a:lnTo>
                  <a:lnTo>
                    <a:pt x="697991" y="793023"/>
                  </a:lnTo>
                  <a:lnTo>
                    <a:pt x="732841" y="764632"/>
                  </a:lnTo>
                  <a:lnTo>
                    <a:pt x="764594" y="732874"/>
                  </a:lnTo>
                  <a:lnTo>
                    <a:pt x="792982" y="698017"/>
                  </a:lnTo>
                  <a:lnTo>
                    <a:pt x="817736" y="660329"/>
                  </a:lnTo>
                  <a:lnTo>
                    <a:pt x="838590" y="620077"/>
                  </a:lnTo>
                  <a:lnTo>
                    <a:pt x="855275" y="577529"/>
                  </a:lnTo>
                  <a:lnTo>
                    <a:pt x="867525" y="532953"/>
                  </a:lnTo>
                  <a:lnTo>
                    <a:pt x="875071" y="486616"/>
                  </a:lnTo>
                  <a:lnTo>
                    <a:pt x="877646" y="438785"/>
                  </a:lnTo>
                  <a:lnTo>
                    <a:pt x="875071" y="390977"/>
                  </a:lnTo>
                  <a:lnTo>
                    <a:pt x="867525" y="344660"/>
                  </a:lnTo>
                  <a:lnTo>
                    <a:pt x="855275" y="300102"/>
                  </a:lnTo>
                  <a:lnTo>
                    <a:pt x="838590" y="257569"/>
                  </a:lnTo>
                  <a:lnTo>
                    <a:pt x="817736" y="217329"/>
                  </a:lnTo>
                  <a:lnTo>
                    <a:pt x="792982" y="179652"/>
                  </a:lnTo>
                  <a:lnTo>
                    <a:pt x="764594" y="144803"/>
                  </a:lnTo>
                  <a:lnTo>
                    <a:pt x="732841" y="113052"/>
                  </a:lnTo>
                  <a:lnTo>
                    <a:pt x="697991" y="84665"/>
                  </a:lnTo>
                  <a:lnTo>
                    <a:pt x="660310" y="59911"/>
                  </a:lnTo>
                  <a:lnTo>
                    <a:pt x="620067" y="39057"/>
                  </a:lnTo>
                  <a:lnTo>
                    <a:pt x="577529" y="22371"/>
                  </a:lnTo>
                  <a:lnTo>
                    <a:pt x="532964" y="10121"/>
                  </a:lnTo>
                  <a:lnTo>
                    <a:pt x="486639" y="2574"/>
                  </a:lnTo>
                  <a:lnTo>
                    <a:pt x="438823" y="0"/>
                  </a:lnTo>
                  <a:close/>
                </a:path>
              </a:pathLst>
            </a:custGeom>
            <a:solidFill>
              <a:srgbClr val="EAE3D2"/>
            </a:solidFill>
          </p:spPr>
          <p:txBody>
            <a:bodyPr wrap="square" lIns="0" tIns="0" rIns="0" bIns="0" rtlCol="0"/>
            <a:lstStyle/>
            <a:p>
              <a:endParaRPr/>
            </a:p>
          </p:txBody>
        </p:sp>
      </p:grpSp>
      <p:sp>
        <p:nvSpPr>
          <p:cNvPr id="7" name="object 7">
            <a:extLst>
              <a:ext uri="{FF2B5EF4-FFF2-40B4-BE49-F238E27FC236}">
                <a16:creationId xmlns:a16="http://schemas.microsoft.com/office/drawing/2014/main" id="{6316AAFF-03DC-A347-89B0-4B5F18D0FD26}"/>
              </a:ext>
            </a:extLst>
          </p:cNvPr>
          <p:cNvSpPr txBox="1"/>
          <p:nvPr/>
        </p:nvSpPr>
        <p:spPr>
          <a:xfrm>
            <a:off x="605585" y="6325805"/>
            <a:ext cx="469265" cy="482600"/>
          </a:xfrm>
          <a:prstGeom prst="rect">
            <a:avLst/>
          </a:prstGeom>
        </p:spPr>
        <p:txBody>
          <a:bodyPr vert="horz" wrap="square" lIns="0" tIns="12700" rIns="0" bIns="0" rtlCol="0">
            <a:spAutoFit/>
          </a:bodyPr>
          <a:lstStyle/>
          <a:p>
            <a:pPr marL="12700">
              <a:lnSpc>
                <a:spcPct val="100000"/>
              </a:lnSpc>
              <a:spcBef>
                <a:spcPts val="100"/>
              </a:spcBef>
            </a:pPr>
            <a:r>
              <a:rPr sz="3000" b="1" spc="-25" dirty="0">
                <a:solidFill>
                  <a:srgbClr val="17716C"/>
                </a:solidFill>
                <a:latin typeface="Trebuchet MS"/>
                <a:cs typeface="Trebuchet MS"/>
              </a:rPr>
              <a:t>01</a:t>
            </a:r>
            <a:endParaRPr sz="3000" dirty="0">
              <a:latin typeface="Trebuchet MS"/>
              <a:cs typeface="Trebuchet MS"/>
            </a:endParaRPr>
          </a:p>
        </p:txBody>
      </p:sp>
      <p:sp>
        <p:nvSpPr>
          <p:cNvPr id="8" name="object 8">
            <a:extLst>
              <a:ext uri="{FF2B5EF4-FFF2-40B4-BE49-F238E27FC236}">
                <a16:creationId xmlns:a16="http://schemas.microsoft.com/office/drawing/2014/main" id="{34A0B4E8-4C03-9327-FCC7-A333F179AB5E}"/>
              </a:ext>
            </a:extLst>
          </p:cNvPr>
          <p:cNvSpPr/>
          <p:nvPr/>
        </p:nvSpPr>
        <p:spPr>
          <a:xfrm>
            <a:off x="8493061" y="308355"/>
            <a:ext cx="877569" cy="877569"/>
          </a:xfrm>
          <a:custGeom>
            <a:avLst/>
            <a:gdLst/>
            <a:ahLst/>
            <a:cxnLst/>
            <a:rect l="l" t="t" r="r" b="b"/>
            <a:pathLst>
              <a:path w="877570" h="877569">
                <a:moveTo>
                  <a:pt x="438785" y="0"/>
                </a:moveTo>
                <a:lnTo>
                  <a:pt x="390977" y="2574"/>
                </a:lnTo>
                <a:lnTo>
                  <a:pt x="344660" y="10121"/>
                </a:lnTo>
                <a:lnTo>
                  <a:pt x="300102" y="22371"/>
                </a:lnTo>
                <a:lnTo>
                  <a:pt x="257569" y="39057"/>
                </a:lnTo>
                <a:lnTo>
                  <a:pt x="217329" y="59911"/>
                </a:lnTo>
                <a:lnTo>
                  <a:pt x="179652" y="84665"/>
                </a:lnTo>
                <a:lnTo>
                  <a:pt x="144803" y="113052"/>
                </a:lnTo>
                <a:lnTo>
                  <a:pt x="113052" y="144803"/>
                </a:lnTo>
                <a:lnTo>
                  <a:pt x="84665" y="179652"/>
                </a:lnTo>
                <a:lnTo>
                  <a:pt x="59911" y="217329"/>
                </a:lnTo>
                <a:lnTo>
                  <a:pt x="39057" y="257569"/>
                </a:lnTo>
                <a:lnTo>
                  <a:pt x="22371" y="300102"/>
                </a:lnTo>
                <a:lnTo>
                  <a:pt x="10121" y="344660"/>
                </a:lnTo>
                <a:lnTo>
                  <a:pt x="2574" y="390977"/>
                </a:lnTo>
                <a:lnTo>
                  <a:pt x="0" y="438784"/>
                </a:lnTo>
                <a:lnTo>
                  <a:pt x="2574" y="486592"/>
                </a:lnTo>
                <a:lnTo>
                  <a:pt x="10121" y="532909"/>
                </a:lnTo>
                <a:lnTo>
                  <a:pt x="22371" y="577467"/>
                </a:lnTo>
                <a:lnTo>
                  <a:pt x="39057" y="620000"/>
                </a:lnTo>
                <a:lnTo>
                  <a:pt x="59911" y="660240"/>
                </a:lnTo>
                <a:lnTo>
                  <a:pt x="84665" y="697917"/>
                </a:lnTo>
                <a:lnTo>
                  <a:pt x="113052" y="732766"/>
                </a:lnTo>
                <a:lnTo>
                  <a:pt x="144803" y="764517"/>
                </a:lnTo>
                <a:lnTo>
                  <a:pt x="179652" y="792904"/>
                </a:lnTo>
                <a:lnTo>
                  <a:pt x="217329" y="817658"/>
                </a:lnTo>
                <a:lnTo>
                  <a:pt x="257569" y="838512"/>
                </a:lnTo>
                <a:lnTo>
                  <a:pt x="300102" y="855198"/>
                </a:lnTo>
                <a:lnTo>
                  <a:pt x="344660" y="867448"/>
                </a:lnTo>
                <a:lnTo>
                  <a:pt x="390977" y="874995"/>
                </a:lnTo>
                <a:lnTo>
                  <a:pt x="438785" y="877570"/>
                </a:lnTo>
                <a:lnTo>
                  <a:pt x="486592" y="874995"/>
                </a:lnTo>
                <a:lnTo>
                  <a:pt x="532909" y="867448"/>
                </a:lnTo>
                <a:lnTo>
                  <a:pt x="577467" y="855198"/>
                </a:lnTo>
                <a:lnTo>
                  <a:pt x="620000" y="838512"/>
                </a:lnTo>
                <a:lnTo>
                  <a:pt x="660240" y="817658"/>
                </a:lnTo>
                <a:lnTo>
                  <a:pt x="697917" y="792904"/>
                </a:lnTo>
                <a:lnTo>
                  <a:pt x="732766" y="764517"/>
                </a:lnTo>
                <a:lnTo>
                  <a:pt x="764517" y="732766"/>
                </a:lnTo>
                <a:lnTo>
                  <a:pt x="792904" y="697917"/>
                </a:lnTo>
                <a:lnTo>
                  <a:pt x="817658" y="660240"/>
                </a:lnTo>
                <a:lnTo>
                  <a:pt x="838512" y="620000"/>
                </a:lnTo>
                <a:lnTo>
                  <a:pt x="855198" y="577467"/>
                </a:lnTo>
                <a:lnTo>
                  <a:pt x="867448" y="532909"/>
                </a:lnTo>
                <a:lnTo>
                  <a:pt x="874995" y="486592"/>
                </a:lnTo>
                <a:lnTo>
                  <a:pt x="877570" y="438784"/>
                </a:lnTo>
                <a:lnTo>
                  <a:pt x="874995" y="390977"/>
                </a:lnTo>
                <a:lnTo>
                  <a:pt x="867448" y="344660"/>
                </a:lnTo>
                <a:lnTo>
                  <a:pt x="855198" y="300102"/>
                </a:lnTo>
                <a:lnTo>
                  <a:pt x="838512" y="257569"/>
                </a:lnTo>
                <a:lnTo>
                  <a:pt x="817658" y="217329"/>
                </a:lnTo>
                <a:lnTo>
                  <a:pt x="792904" y="179652"/>
                </a:lnTo>
                <a:lnTo>
                  <a:pt x="764517" y="144803"/>
                </a:lnTo>
                <a:lnTo>
                  <a:pt x="732766" y="113052"/>
                </a:lnTo>
                <a:lnTo>
                  <a:pt x="697917" y="84665"/>
                </a:lnTo>
                <a:lnTo>
                  <a:pt x="660240" y="59911"/>
                </a:lnTo>
                <a:lnTo>
                  <a:pt x="620000" y="39057"/>
                </a:lnTo>
                <a:lnTo>
                  <a:pt x="577467" y="22371"/>
                </a:lnTo>
                <a:lnTo>
                  <a:pt x="532909" y="10121"/>
                </a:lnTo>
                <a:lnTo>
                  <a:pt x="486592" y="2574"/>
                </a:lnTo>
                <a:lnTo>
                  <a:pt x="438785" y="0"/>
                </a:lnTo>
                <a:close/>
              </a:path>
            </a:pathLst>
          </a:custGeom>
          <a:solidFill>
            <a:srgbClr val="EAE3D2"/>
          </a:solidFill>
        </p:spPr>
        <p:txBody>
          <a:bodyPr wrap="square" lIns="0" tIns="0" rIns="0" bIns="0" rtlCol="0"/>
          <a:lstStyle/>
          <a:p>
            <a:endParaRPr/>
          </a:p>
        </p:txBody>
      </p:sp>
      <p:sp>
        <p:nvSpPr>
          <p:cNvPr id="9" name="object 9">
            <a:extLst>
              <a:ext uri="{FF2B5EF4-FFF2-40B4-BE49-F238E27FC236}">
                <a16:creationId xmlns:a16="http://schemas.microsoft.com/office/drawing/2014/main" id="{19056CA7-EADC-60B3-814A-AD823D6ABF8B}"/>
              </a:ext>
            </a:extLst>
          </p:cNvPr>
          <p:cNvSpPr txBox="1"/>
          <p:nvPr/>
        </p:nvSpPr>
        <p:spPr>
          <a:xfrm>
            <a:off x="8681719" y="505839"/>
            <a:ext cx="527685" cy="482600"/>
          </a:xfrm>
          <a:prstGeom prst="rect">
            <a:avLst/>
          </a:prstGeom>
        </p:spPr>
        <p:txBody>
          <a:bodyPr vert="horz" wrap="square" lIns="0" tIns="12700" rIns="0" bIns="0" rtlCol="0">
            <a:spAutoFit/>
          </a:bodyPr>
          <a:lstStyle/>
          <a:p>
            <a:pPr marL="12700">
              <a:lnSpc>
                <a:spcPct val="100000"/>
              </a:lnSpc>
              <a:spcBef>
                <a:spcPts val="100"/>
              </a:spcBef>
            </a:pPr>
            <a:r>
              <a:rPr sz="3000" b="1" spc="185" dirty="0">
                <a:solidFill>
                  <a:srgbClr val="17716C"/>
                </a:solidFill>
                <a:latin typeface="Trebuchet MS"/>
                <a:cs typeface="Trebuchet MS"/>
              </a:rPr>
              <a:t>02</a:t>
            </a:r>
            <a:endParaRPr sz="3000" dirty="0">
              <a:latin typeface="Trebuchet MS"/>
              <a:cs typeface="Trebuchet MS"/>
            </a:endParaRPr>
          </a:p>
        </p:txBody>
      </p:sp>
      <p:sp>
        <p:nvSpPr>
          <p:cNvPr id="10" name="object 10">
            <a:extLst>
              <a:ext uri="{FF2B5EF4-FFF2-40B4-BE49-F238E27FC236}">
                <a16:creationId xmlns:a16="http://schemas.microsoft.com/office/drawing/2014/main" id="{3084F1D3-EB08-BBEE-EF84-2B214E47B2EE}"/>
              </a:ext>
            </a:extLst>
          </p:cNvPr>
          <p:cNvSpPr/>
          <p:nvPr/>
        </p:nvSpPr>
        <p:spPr>
          <a:xfrm>
            <a:off x="8510747" y="3598199"/>
            <a:ext cx="878205" cy="878205"/>
          </a:xfrm>
          <a:custGeom>
            <a:avLst/>
            <a:gdLst/>
            <a:ahLst/>
            <a:cxnLst/>
            <a:rect l="l" t="t" r="r" b="b"/>
            <a:pathLst>
              <a:path w="878204" h="878204">
                <a:moveTo>
                  <a:pt x="438784" y="0"/>
                </a:moveTo>
                <a:lnTo>
                  <a:pt x="390977" y="2574"/>
                </a:lnTo>
                <a:lnTo>
                  <a:pt x="344660" y="10121"/>
                </a:lnTo>
                <a:lnTo>
                  <a:pt x="300102" y="22371"/>
                </a:lnTo>
                <a:lnTo>
                  <a:pt x="257569" y="39057"/>
                </a:lnTo>
                <a:lnTo>
                  <a:pt x="217329" y="59911"/>
                </a:lnTo>
                <a:lnTo>
                  <a:pt x="179652" y="84665"/>
                </a:lnTo>
                <a:lnTo>
                  <a:pt x="144803" y="113052"/>
                </a:lnTo>
                <a:lnTo>
                  <a:pt x="113052" y="144803"/>
                </a:lnTo>
                <a:lnTo>
                  <a:pt x="84665" y="179652"/>
                </a:lnTo>
                <a:lnTo>
                  <a:pt x="59911" y="217329"/>
                </a:lnTo>
                <a:lnTo>
                  <a:pt x="39057" y="257569"/>
                </a:lnTo>
                <a:lnTo>
                  <a:pt x="22371" y="300102"/>
                </a:lnTo>
                <a:lnTo>
                  <a:pt x="10121" y="344660"/>
                </a:lnTo>
                <a:lnTo>
                  <a:pt x="2574" y="390977"/>
                </a:lnTo>
                <a:lnTo>
                  <a:pt x="0" y="438785"/>
                </a:lnTo>
                <a:lnTo>
                  <a:pt x="2574" y="486616"/>
                </a:lnTo>
                <a:lnTo>
                  <a:pt x="10121" y="532953"/>
                </a:lnTo>
                <a:lnTo>
                  <a:pt x="22371" y="577529"/>
                </a:lnTo>
                <a:lnTo>
                  <a:pt x="39057" y="620077"/>
                </a:lnTo>
                <a:lnTo>
                  <a:pt x="59911" y="660329"/>
                </a:lnTo>
                <a:lnTo>
                  <a:pt x="84665" y="698017"/>
                </a:lnTo>
                <a:lnTo>
                  <a:pt x="113052" y="732874"/>
                </a:lnTo>
                <a:lnTo>
                  <a:pt x="144803" y="764632"/>
                </a:lnTo>
                <a:lnTo>
                  <a:pt x="179652" y="793023"/>
                </a:lnTo>
                <a:lnTo>
                  <a:pt x="217329" y="817781"/>
                </a:lnTo>
                <a:lnTo>
                  <a:pt x="257569" y="838637"/>
                </a:lnTo>
                <a:lnTo>
                  <a:pt x="300102" y="855324"/>
                </a:lnTo>
                <a:lnTo>
                  <a:pt x="344660" y="867575"/>
                </a:lnTo>
                <a:lnTo>
                  <a:pt x="390977" y="875122"/>
                </a:lnTo>
                <a:lnTo>
                  <a:pt x="438784" y="877697"/>
                </a:lnTo>
                <a:lnTo>
                  <a:pt x="486616" y="875122"/>
                </a:lnTo>
                <a:lnTo>
                  <a:pt x="532953" y="867575"/>
                </a:lnTo>
                <a:lnTo>
                  <a:pt x="577529" y="855324"/>
                </a:lnTo>
                <a:lnTo>
                  <a:pt x="620077" y="838637"/>
                </a:lnTo>
                <a:lnTo>
                  <a:pt x="660329" y="817781"/>
                </a:lnTo>
                <a:lnTo>
                  <a:pt x="698017" y="793023"/>
                </a:lnTo>
                <a:lnTo>
                  <a:pt x="732874" y="764632"/>
                </a:lnTo>
                <a:lnTo>
                  <a:pt x="764632" y="732874"/>
                </a:lnTo>
                <a:lnTo>
                  <a:pt x="793023" y="698017"/>
                </a:lnTo>
                <a:lnTo>
                  <a:pt x="817781" y="660329"/>
                </a:lnTo>
                <a:lnTo>
                  <a:pt x="838637" y="620077"/>
                </a:lnTo>
                <a:lnTo>
                  <a:pt x="855324" y="577529"/>
                </a:lnTo>
                <a:lnTo>
                  <a:pt x="867575" y="532953"/>
                </a:lnTo>
                <a:lnTo>
                  <a:pt x="875122" y="486616"/>
                </a:lnTo>
                <a:lnTo>
                  <a:pt x="877697" y="438785"/>
                </a:lnTo>
                <a:lnTo>
                  <a:pt x="875122" y="390977"/>
                </a:lnTo>
                <a:lnTo>
                  <a:pt x="867575" y="344660"/>
                </a:lnTo>
                <a:lnTo>
                  <a:pt x="855324" y="300102"/>
                </a:lnTo>
                <a:lnTo>
                  <a:pt x="838637" y="257569"/>
                </a:lnTo>
                <a:lnTo>
                  <a:pt x="817781" y="217329"/>
                </a:lnTo>
                <a:lnTo>
                  <a:pt x="793023" y="179652"/>
                </a:lnTo>
                <a:lnTo>
                  <a:pt x="764632" y="144803"/>
                </a:lnTo>
                <a:lnTo>
                  <a:pt x="732874" y="113052"/>
                </a:lnTo>
                <a:lnTo>
                  <a:pt x="698017" y="84665"/>
                </a:lnTo>
                <a:lnTo>
                  <a:pt x="660329" y="59911"/>
                </a:lnTo>
                <a:lnTo>
                  <a:pt x="620077" y="39057"/>
                </a:lnTo>
                <a:lnTo>
                  <a:pt x="577529" y="22371"/>
                </a:lnTo>
                <a:lnTo>
                  <a:pt x="532953" y="10121"/>
                </a:lnTo>
                <a:lnTo>
                  <a:pt x="486616" y="2574"/>
                </a:lnTo>
                <a:lnTo>
                  <a:pt x="438784" y="0"/>
                </a:lnTo>
                <a:close/>
              </a:path>
            </a:pathLst>
          </a:custGeom>
          <a:solidFill>
            <a:srgbClr val="EAE3D2"/>
          </a:solidFill>
        </p:spPr>
        <p:txBody>
          <a:bodyPr wrap="square" lIns="0" tIns="0" rIns="0" bIns="0" rtlCol="0"/>
          <a:lstStyle/>
          <a:p>
            <a:endParaRPr/>
          </a:p>
        </p:txBody>
      </p:sp>
      <p:sp>
        <p:nvSpPr>
          <p:cNvPr id="11" name="object 11">
            <a:extLst>
              <a:ext uri="{FF2B5EF4-FFF2-40B4-BE49-F238E27FC236}">
                <a16:creationId xmlns:a16="http://schemas.microsoft.com/office/drawing/2014/main" id="{00200AEE-9DFF-921F-B429-029DE838E28D}"/>
              </a:ext>
            </a:extLst>
          </p:cNvPr>
          <p:cNvSpPr txBox="1"/>
          <p:nvPr/>
        </p:nvSpPr>
        <p:spPr>
          <a:xfrm>
            <a:off x="8670289" y="3796001"/>
            <a:ext cx="539115" cy="482600"/>
          </a:xfrm>
          <a:prstGeom prst="rect">
            <a:avLst/>
          </a:prstGeom>
        </p:spPr>
        <p:txBody>
          <a:bodyPr vert="horz" wrap="square" lIns="0" tIns="12700" rIns="0" bIns="0" rtlCol="0">
            <a:spAutoFit/>
          </a:bodyPr>
          <a:lstStyle/>
          <a:p>
            <a:pPr marL="12700">
              <a:lnSpc>
                <a:spcPct val="100000"/>
              </a:lnSpc>
              <a:spcBef>
                <a:spcPts val="100"/>
              </a:spcBef>
            </a:pPr>
            <a:r>
              <a:rPr sz="3000" b="1" spc="215" dirty="0">
                <a:solidFill>
                  <a:srgbClr val="17716C"/>
                </a:solidFill>
                <a:latin typeface="Trebuchet MS"/>
                <a:cs typeface="Trebuchet MS"/>
              </a:rPr>
              <a:t>03</a:t>
            </a:r>
            <a:endParaRPr sz="3000" dirty="0">
              <a:latin typeface="Trebuchet MS"/>
              <a:cs typeface="Trebuchet MS"/>
            </a:endParaRPr>
          </a:p>
        </p:txBody>
      </p:sp>
      <p:sp>
        <p:nvSpPr>
          <p:cNvPr id="13" name="object 13">
            <a:extLst>
              <a:ext uri="{FF2B5EF4-FFF2-40B4-BE49-F238E27FC236}">
                <a16:creationId xmlns:a16="http://schemas.microsoft.com/office/drawing/2014/main" id="{9AAE1591-D878-0127-929B-E29351A1E936}"/>
              </a:ext>
            </a:extLst>
          </p:cNvPr>
          <p:cNvSpPr txBox="1"/>
          <p:nvPr/>
        </p:nvSpPr>
        <p:spPr>
          <a:xfrm>
            <a:off x="1489710" y="6278117"/>
            <a:ext cx="6206490" cy="473271"/>
          </a:xfrm>
          <a:prstGeom prst="rect">
            <a:avLst/>
          </a:prstGeom>
        </p:spPr>
        <p:txBody>
          <a:bodyPr vert="horz" wrap="square" lIns="0" tIns="12700" rIns="0" bIns="0" rtlCol="0">
            <a:spAutoFit/>
          </a:bodyPr>
          <a:lstStyle/>
          <a:p>
            <a:pPr marL="12700" marR="5080">
              <a:lnSpc>
                <a:spcPct val="117100"/>
              </a:lnSpc>
              <a:spcBef>
                <a:spcPts val="100"/>
              </a:spcBef>
            </a:pPr>
            <a:r>
              <a:rPr lang="en-IN" sz="2800" b="1" dirty="0">
                <a:solidFill>
                  <a:schemeClr val="bg1"/>
                </a:solidFill>
                <a:latin typeface="Trebuchet MS" panose="020B0603020202020204" pitchFamily="34" charset="0"/>
              </a:rPr>
              <a:t>Three-Chamber Cooling Innovation</a:t>
            </a:r>
            <a:r>
              <a:rPr lang="en-IN" sz="2800" dirty="0">
                <a:solidFill>
                  <a:schemeClr val="bg1"/>
                </a:solidFill>
                <a:latin typeface="Trebuchet MS" panose="020B0603020202020204" pitchFamily="34" charset="0"/>
              </a:rPr>
              <a:t>: </a:t>
            </a:r>
            <a:endParaRPr sz="2700" dirty="0">
              <a:solidFill>
                <a:schemeClr val="bg1"/>
              </a:solidFill>
              <a:latin typeface="Trebuchet MS" panose="020B0603020202020204" pitchFamily="34" charset="0"/>
              <a:cs typeface="Trebuchet MS"/>
            </a:endParaRPr>
          </a:p>
        </p:txBody>
      </p:sp>
      <p:sp>
        <p:nvSpPr>
          <p:cNvPr id="14" name="object 14">
            <a:extLst>
              <a:ext uri="{FF2B5EF4-FFF2-40B4-BE49-F238E27FC236}">
                <a16:creationId xmlns:a16="http://schemas.microsoft.com/office/drawing/2014/main" id="{2E17861A-C3F7-F89C-BCBA-CE4C37F47C1A}"/>
              </a:ext>
            </a:extLst>
          </p:cNvPr>
          <p:cNvSpPr txBox="1"/>
          <p:nvPr/>
        </p:nvSpPr>
        <p:spPr>
          <a:xfrm>
            <a:off x="590837" y="7028937"/>
            <a:ext cx="7667625" cy="2345194"/>
          </a:xfrm>
          <a:prstGeom prst="rect">
            <a:avLst/>
          </a:prstGeom>
        </p:spPr>
        <p:txBody>
          <a:bodyPr vert="horz" wrap="square" lIns="0" tIns="13335" rIns="0" bIns="0" rtlCol="0">
            <a:spAutoFit/>
          </a:bodyPr>
          <a:lstStyle/>
          <a:p>
            <a:pPr marL="12700" marR="5080" algn="just">
              <a:lnSpc>
                <a:spcPct val="128600"/>
              </a:lnSpc>
              <a:spcBef>
                <a:spcPts val="105"/>
              </a:spcBef>
            </a:pPr>
            <a:r>
              <a:rPr lang="en-US" sz="2400" dirty="0">
                <a:solidFill>
                  <a:schemeClr val="bg1"/>
                </a:solidFill>
                <a:latin typeface="Tahoma" panose="020B0604030504040204" pitchFamily="34" charset="0"/>
                <a:ea typeface="Tahoma" panose="020B0604030504040204" pitchFamily="34" charset="0"/>
                <a:cs typeface="Tahoma" panose="020B0604030504040204" pitchFamily="34" charset="0"/>
              </a:rPr>
              <a:t>Unlike traditional single-loop liquid cooling, your system uses a dedicated three-chamber design (one for heat absorption and two for cooling) that ensures continuous circulation, prevents overheating, and maximizes heat dissipation efficiency.</a:t>
            </a:r>
            <a:endParaRPr sz="24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5" name="object 15">
            <a:extLst>
              <a:ext uri="{FF2B5EF4-FFF2-40B4-BE49-F238E27FC236}">
                <a16:creationId xmlns:a16="http://schemas.microsoft.com/office/drawing/2014/main" id="{58AF9C0A-1BD0-7789-981E-03B6B11BB004}"/>
              </a:ext>
            </a:extLst>
          </p:cNvPr>
          <p:cNvSpPr txBox="1"/>
          <p:nvPr/>
        </p:nvSpPr>
        <p:spPr>
          <a:xfrm>
            <a:off x="9605898" y="7093737"/>
            <a:ext cx="7409815" cy="443711"/>
          </a:xfrm>
          <a:prstGeom prst="rect">
            <a:avLst/>
          </a:prstGeom>
        </p:spPr>
        <p:txBody>
          <a:bodyPr vert="horz" wrap="square" lIns="0" tIns="12700" rIns="0" bIns="0" rtlCol="0">
            <a:spAutoFit/>
          </a:bodyPr>
          <a:lstStyle/>
          <a:p>
            <a:pPr marL="12700">
              <a:lnSpc>
                <a:spcPct val="100000"/>
              </a:lnSpc>
              <a:spcBef>
                <a:spcPts val="100"/>
              </a:spcBef>
            </a:pPr>
            <a:r>
              <a:rPr lang="en-IN" sz="2800" b="1" dirty="0">
                <a:solidFill>
                  <a:schemeClr val="bg1"/>
                </a:solidFill>
                <a:latin typeface="Trebuchet MS" panose="020B0603020202020204" pitchFamily="34" charset="0"/>
              </a:rPr>
              <a:t>Proactive Driver Alerts</a:t>
            </a:r>
            <a:r>
              <a:rPr lang="en-IN" sz="2800" dirty="0">
                <a:solidFill>
                  <a:schemeClr val="bg1"/>
                </a:solidFill>
                <a:latin typeface="Trebuchet MS" panose="020B0603020202020204" pitchFamily="34" charset="0"/>
              </a:rPr>
              <a:t>:</a:t>
            </a:r>
            <a:endParaRPr sz="2700" dirty="0">
              <a:solidFill>
                <a:schemeClr val="bg1"/>
              </a:solidFill>
              <a:latin typeface="Trebuchet MS" panose="020B0603020202020204" pitchFamily="34" charset="0"/>
              <a:cs typeface="Trebuchet MS"/>
            </a:endParaRPr>
          </a:p>
        </p:txBody>
      </p:sp>
      <p:sp>
        <p:nvSpPr>
          <p:cNvPr id="16" name="object 16">
            <a:extLst>
              <a:ext uri="{FF2B5EF4-FFF2-40B4-BE49-F238E27FC236}">
                <a16:creationId xmlns:a16="http://schemas.microsoft.com/office/drawing/2014/main" id="{2F7597B4-1E38-34D3-2F4F-474B175FA297}"/>
              </a:ext>
            </a:extLst>
          </p:cNvPr>
          <p:cNvSpPr txBox="1"/>
          <p:nvPr/>
        </p:nvSpPr>
        <p:spPr>
          <a:xfrm>
            <a:off x="9130982" y="7682533"/>
            <a:ext cx="8699818" cy="2327817"/>
          </a:xfrm>
          <a:prstGeom prst="rect">
            <a:avLst/>
          </a:prstGeom>
        </p:spPr>
        <p:txBody>
          <a:bodyPr vert="horz" wrap="square" lIns="0" tIns="13335" rIns="0" bIns="0" rtlCol="0">
            <a:spAutoFit/>
          </a:bodyPr>
          <a:lstStyle/>
          <a:p>
            <a:pPr marL="12700" marR="5080" algn="just">
              <a:lnSpc>
                <a:spcPct val="128499"/>
              </a:lnSpc>
              <a:spcBef>
                <a:spcPts val="105"/>
              </a:spcBef>
            </a:pPr>
            <a:r>
              <a:rPr lang="en-US" sz="2400" dirty="0">
                <a:solidFill>
                  <a:schemeClr val="bg1"/>
                </a:solidFill>
                <a:latin typeface="Tahoma" panose="020B0604030504040204" pitchFamily="34" charset="0"/>
                <a:ea typeface="Tahoma" panose="020B0604030504040204" pitchFamily="34" charset="0"/>
                <a:cs typeface="Tahoma" panose="020B0604030504040204" pitchFamily="34" charset="0"/>
              </a:rPr>
              <a:t>Your system not only cools but also integrates with the speedometer display and notification system to give real-time battery temperature readings and alarms. This early-warning mechanism enhances driver awareness and safety, which many existing cooling systems lack.</a:t>
            </a:r>
            <a:endParaRPr sz="24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7" name="object 17">
            <a:extLst>
              <a:ext uri="{FF2B5EF4-FFF2-40B4-BE49-F238E27FC236}">
                <a16:creationId xmlns:a16="http://schemas.microsoft.com/office/drawing/2014/main" id="{F30977A8-7A77-2FF0-E0E9-04273468127D}"/>
              </a:ext>
            </a:extLst>
          </p:cNvPr>
          <p:cNvSpPr txBox="1">
            <a:spLocks noGrp="1"/>
          </p:cNvSpPr>
          <p:nvPr>
            <p:ph type="body" idx="1"/>
          </p:nvPr>
        </p:nvSpPr>
        <p:spPr>
          <a:xfrm>
            <a:off x="9237980" y="3724147"/>
            <a:ext cx="8811260" cy="1918474"/>
          </a:xfrm>
          <a:prstGeom prst="rect">
            <a:avLst/>
          </a:prstGeom>
        </p:spPr>
        <p:txBody>
          <a:bodyPr vert="horz" wrap="square" lIns="0" tIns="12700" rIns="0" bIns="0" rtlCol="0">
            <a:spAutoFit/>
          </a:bodyPr>
          <a:lstStyle/>
          <a:p>
            <a:pPr marL="379730">
              <a:lnSpc>
                <a:spcPct val="100000"/>
              </a:lnSpc>
              <a:spcBef>
                <a:spcPts val="100"/>
              </a:spcBef>
            </a:pPr>
            <a:r>
              <a:rPr lang="en-US" dirty="0"/>
              <a:t>Energy Independence with Solar Integration:</a:t>
            </a:r>
          </a:p>
          <a:p>
            <a:pPr marL="379730">
              <a:lnSpc>
                <a:spcPct val="100000"/>
              </a:lnSpc>
              <a:spcBef>
                <a:spcPts val="100"/>
              </a:spcBef>
            </a:pPr>
            <a:r>
              <a:rPr lang="en-US" sz="2400" b="0" dirty="0">
                <a:latin typeface="Tahoma" panose="020B0604030504040204" pitchFamily="34" charset="0"/>
                <a:ea typeface="Tahoma" panose="020B0604030504040204" pitchFamily="34" charset="0"/>
                <a:cs typeface="Tahoma" panose="020B0604030504040204" pitchFamily="34" charset="0"/>
              </a:rPr>
              <a:t>While existing systems rely entirely on the EV’s main battery, your design uses solar panels with rechargeable storage to power the cooling cycle. This reduces load on the main EV battery, extends driving range, and supports sustainability.</a:t>
            </a:r>
          </a:p>
        </p:txBody>
      </p:sp>
      <p:sp>
        <p:nvSpPr>
          <p:cNvPr id="18" name="object 18">
            <a:extLst>
              <a:ext uri="{FF2B5EF4-FFF2-40B4-BE49-F238E27FC236}">
                <a16:creationId xmlns:a16="http://schemas.microsoft.com/office/drawing/2014/main" id="{7B3816AD-72B9-27F0-1D3D-F048C04E66DC}"/>
              </a:ext>
            </a:extLst>
          </p:cNvPr>
          <p:cNvSpPr/>
          <p:nvPr/>
        </p:nvSpPr>
        <p:spPr>
          <a:xfrm>
            <a:off x="8561451" y="6870572"/>
            <a:ext cx="877569" cy="878205"/>
          </a:xfrm>
          <a:custGeom>
            <a:avLst/>
            <a:gdLst/>
            <a:ahLst/>
            <a:cxnLst/>
            <a:rect l="l" t="t" r="r" b="b"/>
            <a:pathLst>
              <a:path w="877570" h="878204">
                <a:moveTo>
                  <a:pt x="438784" y="0"/>
                </a:moveTo>
                <a:lnTo>
                  <a:pt x="390977" y="2574"/>
                </a:lnTo>
                <a:lnTo>
                  <a:pt x="344660" y="10121"/>
                </a:lnTo>
                <a:lnTo>
                  <a:pt x="300102" y="22372"/>
                </a:lnTo>
                <a:lnTo>
                  <a:pt x="257569" y="39059"/>
                </a:lnTo>
                <a:lnTo>
                  <a:pt x="217329" y="59915"/>
                </a:lnTo>
                <a:lnTo>
                  <a:pt x="179652" y="84673"/>
                </a:lnTo>
                <a:lnTo>
                  <a:pt x="144803" y="113064"/>
                </a:lnTo>
                <a:lnTo>
                  <a:pt x="113052" y="144822"/>
                </a:lnTo>
                <a:lnTo>
                  <a:pt x="84665" y="179679"/>
                </a:lnTo>
                <a:lnTo>
                  <a:pt x="59911" y="217367"/>
                </a:lnTo>
                <a:lnTo>
                  <a:pt x="39057" y="257619"/>
                </a:lnTo>
                <a:lnTo>
                  <a:pt x="22371" y="300167"/>
                </a:lnTo>
                <a:lnTo>
                  <a:pt x="10121" y="344743"/>
                </a:lnTo>
                <a:lnTo>
                  <a:pt x="2574" y="391080"/>
                </a:lnTo>
                <a:lnTo>
                  <a:pt x="0" y="438912"/>
                </a:lnTo>
                <a:lnTo>
                  <a:pt x="2574" y="486719"/>
                </a:lnTo>
                <a:lnTo>
                  <a:pt x="10121" y="533036"/>
                </a:lnTo>
                <a:lnTo>
                  <a:pt x="22371" y="577594"/>
                </a:lnTo>
                <a:lnTo>
                  <a:pt x="39057" y="620127"/>
                </a:lnTo>
                <a:lnTo>
                  <a:pt x="59911" y="660367"/>
                </a:lnTo>
                <a:lnTo>
                  <a:pt x="84665" y="698044"/>
                </a:lnTo>
                <a:lnTo>
                  <a:pt x="113052" y="732893"/>
                </a:lnTo>
                <a:lnTo>
                  <a:pt x="144803" y="764644"/>
                </a:lnTo>
                <a:lnTo>
                  <a:pt x="179652" y="793031"/>
                </a:lnTo>
                <a:lnTo>
                  <a:pt x="217329" y="817785"/>
                </a:lnTo>
                <a:lnTo>
                  <a:pt x="257569" y="838639"/>
                </a:lnTo>
                <a:lnTo>
                  <a:pt x="300102" y="855325"/>
                </a:lnTo>
                <a:lnTo>
                  <a:pt x="344660" y="867575"/>
                </a:lnTo>
                <a:lnTo>
                  <a:pt x="390977" y="875122"/>
                </a:lnTo>
                <a:lnTo>
                  <a:pt x="438784" y="877696"/>
                </a:lnTo>
                <a:lnTo>
                  <a:pt x="486592" y="875122"/>
                </a:lnTo>
                <a:lnTo>
                  <a:pt x="532909" y="867575"/>
                </a:lnTo>
                <a:lnTo>
                  <a:pt x="577467" y="855325"/>
                </a:lnTo>
                <a:lnTo>
                  <a:pt x="620000" y="838639"/>
                </a:lnTo>
                <a:lnTo>
                  <a:pt x="660240" y="817785"/>
                </a:lnTo>
                <a:lnTo>
                  <a:pt x="697917" y="793031"/>
                </a:lnTo>
                <a:lnTo>
                  <a:pt x="732766" y="764644"/>
                </a:lnTo>
                <a:lnTo>
                  <a:pt x="764517" y="732893"/>
                </a:lnTo>
                <a:lnTo>
                  <a:pt x="792904" y="698044"/>
                </a:lnTo>
                <a:lnTo>
                  <a:pt x="817658" y="660367"/>
                </a:lnTo>
                <a:lnTo>
                  <a:pt x="838512" y="620127"/>
                </a:lnTo>
                <a:lnTo>
                  <a:pt x="855198" y="577594"/>
                </a:lnTo>
                <a:lnTo>
                  <a:pt x="867448" y="533036"/>
                </a:lnTo>
                <a:lnTo>
                  <a:pt x="874995" y="486719"/>
                </a:lnTo>
                <a:lnTo>
                  <a:pt x="877570" y="438912"/>
                </a:lnTo>
                <a:lnTo>
                  <a:pt x="874995" y="391080"/>
                </a:lnTo>
                <a:lnTo>
                  <a:pt x="867448" y="344743"/>
                </a:lnTo>
                <a:lnTo>
                  <a:pt x="855198" y="300167"/>
                </a:lnTo>
                <a:lnTo>
                  <a:pt x="838512" y="257619"/>
                </a:lnTo>
                <a:lnTo>
                  <a:pt x="817658" y="217367"/>
                </a:lnTo>
                <a:lnTo>
                  <a:pt x="792904" y="179679"/>
                </a:lnTo>
                <a:lnTo>
                  <a:pt x="764517" y="144822"/>
                </a:lnTo>
                <a:lnTo>
                  <a:pt x="732766" y="113064"/>
                </a:lnTo>
                <a:lnTo>
                  <a:pt x="697917" y="84673"/>
                </a:lnTo>
                <a:lnTo>
                  <a:pt x="660240" y="59915"/>
                </a:lnTo>
                <a:lnTo>
                  <a:pt x="620000" y="39059"/>
                </a:lnTo>
                <a:lnTo>
                  <a:pt x="577467" y="22372"/>
                </a:lnTo>
                <a:lnTo>
                  <a:pt x="532909" y="10121"/>
                </a:lnTo>
                <a:lnTo>
                  <a:pt x="486592" y="2574"/>
                </a:lnTo>
                <a:lnTo>
                  <a:pt x="438784" y="0"/>
                </a:lnTo>
                <a:close/>
              </a:path>
            </a:pathLst>
          </a:custGeom>
          <a:solidFill>
            <a:srgbClr val="EAE3D2"/>
          </a:solidFill>
        </p:spPr>
        <p:txBody>
          <a:bodyPr wrap="square" lIns="0" tIns="0" rIns="0" bIns="0" rtlCol="0"/>
          <a:lstStyle/>
          <a:p>
            <a:endParaRPr/>
          </a:p>
        </p:txBody>
      </p:sp>
      <p:sp>
        <p:nvSpPr>
          <p:cNvPr id="19" name="object 19">
            <a:extLst>
              <a:ext uri="{FF2B5EF4-FFF2-40B4-BE49-F238E27FC236}">
                <a16:creationId xmlns:a16="http://schemas.microsoft.com/office/drawing/2014/main" id="{A79823B2-7C8F-F211-1BB5-A5AF0C1AF99C}"/>
              </a:ext>
            </a:extLst>
          </p:cNvPr>
          <p:cNvSpPr txBox="1"/>
          <p:nvPr/>
        </p:nvSpPr>
        <p:spPr>
          <a:xfrm>
            <a:off x="8728329" y="7047103"/>
            <a:ext cx="546100" cy="482600"/>
          </a:xfrm>
          <a:prstGeom prst="rect">
            <a:avLst/>
          </a:prstGeom>
        </p:spPr>
        <p:txBody>
          <a:bodyPr vert="horz" wrap="square" lIns="0" tIns="12700" rIns="0" bIns="0" rtlCol="0">
            <a:spAutoFit/>
          </a:bodyPr>
          <a:lstStyle/>
          <a:p>
            <a:pPr marL="12700">
              <a:lnSpc>
                <a:spcPct val="100000"/>
              </a:lnSpc>
              <a:spcBef>
                <a:spcPts val="100"/>
              </a:spcBef>
            </a:pPr>
            <a:r>
              <a:rPr sz="3000" b="1" spc="254" dirty="0">
                <a:solidFill>
                  <a:srgbClr val="17716C"/>
                </a:solidFill>
                <a:latin typeface="Trebuchet MS"/>
                <a:cs typeface="Trebuchet MS"/>
              </a:rPr>
              <a:t>04</a:t>
            </a:r>
            <a:endParaRPr sz="3000">
              <a:latin typeface="Trebuchet MS"/>
              <a:cs typeface="Trebuchet MS"/>
            </a:endParaRPr>
          </a:p>
        </p:txBody>
      </p:sp>
      <p:sp>
        <p:nvSpPr>
          <p:cNvPr id="20" name="object 20">
            <a:extLst>
              <a:ext uri="{FF2B5EF4-FFF2-40B4-BE49-F238E27FC236}">
                <a16:creationId xmlns:a16="http://schemas.microsoft.com/office/drawing/2014/main" id="{83707531-C6FC-6274-B35A-DE705FA81660}"/>
              </a:ext>
            </a:extLst>
          </p:cNvPr>
          <p:cNvSpPr txBox="1"/>
          <p:nvPr/>
        </p:nvSpPr>
        <p:spPr>
          <a:xfrm>
            <a:off x="9237980" y="231489"/>
            <a:ext cx="8812530" cy="2728952"/>
          </a:xfrm>
          <a:prstGeom prst="rect">
            <a:avLst/>
          </a:prstGeom>
        </p:spPr>
        <p:txBody>
          <a:bodyPr vert="horz" wrap="square" lIns="0" tIns="233680" rIns="0" bIns="0" rtlCol="0">
            <a:spAutoFit/>
          </a:bodyPr>
          <a:lstStyle/>
          <a:p>
            <a:pPr marL="379730">
              <a:lnSpc>
                <a:spcPct val="100000"/>
              </a:lnSpc>
              <a:spcBef>
                <a:spcPts val="1840"/>
              </a:spcBef>
            </a:pPr>
            <a:r>
              <a:rPr lang="en-IN" sz="2700" b="1" dirty="0">
                <a:solidFill>
                  <a:schemeClr val="bg1"/>
                </a:solidFill>
                <a:latin typeface="Trebuchet MS" panose="020B0603020202020204" pitchFamily="34" charset="0"/>
              </a:rPr>
              <a:t>Boric Acid Enhanced Coolant</a:t>
            </a:r>
          </a:p>
          <a:p>
            <a:pPr marL="379730">
              <a:lnSpc>
                <a:spcPct val="100000"/>
              </a:lnSpc>
              <a:spcBef>
                <a:spcPts val="1840"/>
              </a:spcBef>
            </a:pPr>
            <a:r>
              <a:rPr lang="en-US" sz="2400" dirty="0">
                <a:solidFill>
                  <a:schemeClr val="bg1"/>
                </a:solidFill>
                <a:latin typeface="Tahoma" panose="020B0604030504040204" pitchFamily="34" charset="0"/>
                <a:ea typeface="Tahoma" panose="020B0604030504040204" pitchFamily="34" charset="0"/>
                <a:cs typeface="Tahoma" panose="020B0604030504040204" pitchFamily="34" charset="0"/>
              </a:rPr>
              <a:t>Most current systems use standard coolants, but your system introduces boric acid as a performance improver. This addition helps in impurity removal, keeps the synthetic oil uncontaminated, and maintains long-term cooling efficiency—an innovative chemical enhancement.</a:t>
            </a:r>
            <a:endParaRPr lang="en-IN" sz="2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21850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28737"/>
            <a:ext cx="18288000" cy="2945130"/>
          </a:xfrm>
          <a:custGeom>
            <a:avLst/>
            <a:gdLst/>
            <a:ahLst/>
            <a:cxnLst/>
            <a:rect l="l" t="t" r="r" b="b"/>
            <a:pathLst>
              <a:path w="18288000" h="2945130">
                <a:moveTo>
                  <a:pt x="18288000" y="0"/>
                </a:moveTo>
                <a:lnTo>
                  <a:pt x="0" y="0"/>
                </a:lnTo>
                <a:lnTo>
                  <a:pt x="0" y="2945129"/>
                </a:lnTo>
                <a:lnTo>
                  <a:pt x="18288000" y="2945129"/>
                </a:lnTo>
                <a:lnTo>
                  <a:pt x="18288000" y="0"/>
                </a:lnTo>
                <a:close/>
              </a:path>
            </a:pathLst>
          </a:custGeom>
          <a:solidFill>
            <a:srgbClr val="17716C"/>
          </a:solidFill>
        </p:spPr>
        <p:txBody>
          <a:bodyPr wrap="square" lIns="0" tIns="0" rIns="0" bIns="0" rtlCol="0"/>
          <a:lstStyle/>
          <a:p>
            <a:endParaRPr/>
          </a:p>
        </p:txBody>
      </p:sp>
      <p:grpSp>
        <p:nvGrpSpPr>
          <p:cNvPr id="5" name="object 5"/>
          <p:cNvGrpSpPr/>
          <p:nvPr/>
        </p:nvGrpSpPr>
        <p:grpSpPr>
          <a:xfrm>
            <a:off x="1326850" y="3163913"/>
            <a:ext cx="6865620" cy="6864984"/>
            <a:chOff x="1326850" y="3163913"/>
            <a:chExt cx="6865620" cy="6864984"/>
          </a:xfrm>
        </p:grpSpPr>
        <p:sp>
          <p:nvSpPr>
            <p:cNvPr id="6" name="object 6"/>
            <p:cNvSpPr/>
            <p:nvPr/>
          </p:nvSpPr>
          <p:spPr>
            <a:xfrm>
              <a:off x="1518285" y="3355301"/>
              <a:ext cx="6590030" cy="6590030"/>
            </a:xfrm>
            <a:custGeom>
              <a:avLst/>
              <a:gdLst/>
              <a:ahLst/>
              <a:cxnLst/>
              <a:rect l="l" t="t" r="r" b="b"/>
              <a:pathLst>
                <a:path w="6590030" h="6590030">
                  <a:moveTo>
                    <a:pt x="5942758" y="0"/>
                  </a:moveTo>
                  <a:lnTo>
                    <a:pt x="0" y="5941409"/>
                  </a:lnTo>
                  <a:lnTo>
                    <a:pt x="551151" y="6492558"/>
                  </a:lnTo>
                  <a:lnTo>
                    <a:pt x="588523" y="6524616"/>
                  </a:lnTo>
                  <a:lnTo>
                    <a:pt x="632732" y="6552049"/>
                  </a:lnTo>
                  <a:lnTo>
                    <a:pt x="681135" y="6572490"/>
                  </a:lnTo>
                  <a:lnTo>
                    <a:pt x="733046" y="6585255"/>
                  </a:lnTo>
                  <a:lnTo>
                    <a:pt x="787784" y="6589662"/>
                  </a:lnTo>
                  <a:lnTo>
                    <a:pt x="6252281" y="6589662"/>
                  </a:lnTo>
                  <a:lnTo>
                    <a:pt x="6307033" y="6585255"/>
                  </a:lnTo>
                  <a:lnTo>
                    <a:pt x="6358938" y="6572490"/>
                  </a:lnTo>
                  <a:lnTo>
                    <a:pt x="6407327" y="6552049"/>
                  </a:lnTo>
                  <a:lnTo>
                    <a:pt x="6451530" y="6524616"/>
                  </a:lnTo>
                  <a:lnTo>
                    <a:pt x="6490877" y="6490875"/>
                  </a:lnTo>
                  <a:lnTo>
                    <a:pt x="6524641" y="6451542"/>
                  </a:lnTo>
                  <a:lnTo>
                    <a:pt x="6552088" y="6407333"/>
                  </a:lnTo>
                  <a:lnTo>
                    <a:pt x="6572535" y="6358931"/>
                  </a:lnTo>
                  <a:lnTo>
                    <a:pt x="6585303" y="6307019"/>
                  </a:lnTo>
                  <a:lnTo>
                    <a:pt x="6589711" y="6252281"/>
                  </a:lnTo>
                  <a:lnTo>
                    <a:pt x="6589711" y="787645"/>
                  </a:lnTo>
                  <a:lnTo>
                    <a:pt x="6585303" y="732983"/>
                  </a:lnTo>
                  <a:lnTo>
                    <a:pt x="6572535" y="681089"/>
                  </a:lnTo>
                  <a:lnTo>
                    <a:pt x="6552088" y="632666"/>
                  </a:lnTo>
                  <a:lnTo>
                    <a:pt x="6524641" y="588419"/>
                  </a:lnTo>
                  <a:lnTo>
                    <a:pt x="6490877" y="549049"/>
                  </a:lnTo>
                  <a:lnTo>
                    <a:pt x="6493190" y="549049"/>
                  </a:lnTo>
                  <a:lnTo>
                    <a:pt x="5942758" y="0"/>
                  </a:lnTo>
                  <a:close/>
                </a:path>
                <a:path w="6590030" h="6590030">
                  <a:moveTo>
                    <a:pt x="549189" y="6490875"/>
                  </a:moveTo>
                  <a:lnTo>
                    <a:pt x="561188" y="6502595"/>
                  </a:lnTo>
                  <a:lnTo>
                    <a:pt x="551151" y="6492558"/>
                  </a:lnTo>
                  <a:lnTo>
                    <a:pt x="549189" y="6490875"/>
                  </a:lnTo>
                  <a:close/>
                </a:path>
                <a:path w="6590030" h="6590030">
                  <a:moveTo>
                    <a:pt x="6493190" y="549049"/>
                  </a:moveTo>
                  <a:lnTo>
                    <a:pt x="6490877" y="549049"/>
                  </a:lnTo>
                  <a:lnTo>
                    <a:pt x="6498086" y="553933"/>
                  </a:lnTo>
                  <a:lnTo>
                    <a:pt x="6493190" y="549049"/>
                  </a:lnTo>
                  <a:close/>
                </a:path>
              </a:pathLst>
            </a:custGeom>
            <a:solidFill>
              <a:srgbClr val="2CAC9D"/>
            </a:solidFill>
          </p:spPr>
          <p:txBody>
            <a:bodyPr wrap="square" lIns="0" tIns="0" rIns="0" bIns="0" rtlCol="0"/>
            <a:lstStyle/>
            <a:p>
              <a:endParaRPr/>
            </a:p>
          </p:txBody>
        </p:sp>
        <p:sp>
          <p:nvSpPr>
            <p:cNvPr id="7" name="object 7"/>
            <p:cNvSpPr/>
            <p:nvPr/>
          </p:nvSpPr>
          <p:spPr>
            <a:xfrm>
              <a:off x="1434637" y="3271496"/>
              <a:ext cx="6757670" cy="6757670"/>
            </a:xfrm>
            <a:custGeom>
              <a:avLst/>
              <a:gdLst/>
              <a:ahLst/>
              <a:cxnLst/>
              <a:rect l="l" t="t" r="r" b="b"/>
              <a:pathLst>
                <a:path w="6757670" h="6757670">
                  <a:moveTo>
                    <a:pt x="6026435" y="0"/>
                  </a:moveTo>
                  <a:lnTo>
                    <a:pt x="5994957" y="6158"/>
                  </a:lnTo>
                  <a:lnTo>
                    <a:pt x="5967338" y="24504"/>
                  </a:lnTo>
                  <a:lnTo>
                    <a:pt x="5948829" y="52254"/>
                  </a:lnTo>
                  <a:lnTo>
                    <a:pt x="5942746" y="83775"/>
                  </a:lnTo>
                  <a:lnTo>
                    <a:pt x="5948959" y="115253"/>
                  </a:lnTo>
                  <a:lnTo>
                    <a:pt x="5967338" y="142872"/>
                  </a:lnTo>
                  <a:lnTo>
                    <a:pt x="6504760" y="679364"/>
                  </a:lnTo>
                  <a:lnTo>
                    <a:pt x="6547161" y="730863"/>
                  </a:lnTo>
                  <a:lnTo>
                    <a:pt x="6570426" y="774390"/>
                  </a:lnTo>
                  <a:lnTo>
                    <a:pt x="6584754" y="821623"/>
                  </a:lnTo>
                  <a:lnTo>
                    <a:pt x="6589641" y="871450"/>
                  </a:lnTo>
                  <a:lnTo>
                    <a:pt x="6589641" y="6335807"/>
                  </a:lnTo>
                  <a:lnTo>
                    <a:pt x="6584786" y="6385741"/>
                  </a:lnTo>
                  <a:lnTo>
                    <a:pt x="6570514" y="6433059"/>
                  </a:lnTo>
                  <a:lnTo>
                    <a:pt x="6547259" y="6476610"/>
                  </a:lnTo>
                  <a:lnTo>
                    <a:pt x="6515458" y="6515243"/>
                  </a:lnTo>
                  <a:lnTo>
                    <a:pt x="6476647" y="6546971"/>
                  </a:lnTo>
                  <a:lnTo>
                    <a:pt x="6433106" y="6570250"/>
                  </a:lnTo>
                  <a:lnTo>
                    <a:pt x="6385858" y="6584582"/>
                  </a:lnTo>
                  <a:lnTo>
                    <a:pt x="6335929" y="6589470"/>
                  </a:lnTo>
                  <a:lnTo>
                    <a:pt x="871433" y="6589470"/>
                  </a:lnTo>
                  <a:lnTo>
                    <a:pt x="824542" y="6585184"/>
                  </a:lnTo>
                  <a:lnTo>
                    <a:pt x="779901" y="6572552"/>
                  </a:lnTo>
                  <a:lnTo>
                    <a:pt x="738400" y="6551916"/>
                  </a:lnTo>
                  <a:lnTo>
                    <a:pt x="700927" y="6523614"/>
                  </a:lnTo>
                  <a:lnTo>
                    <a:pt x="142808" y="5965774"/>
                  </a:lnTo>
                  <a:lnTo>
                    <a:pt x="115138" y="5947409"/>
                  </a:lnTo>
                  <a:lnTo>
                    <a:pt x="52157" y="5947409"/>
                  </a:lnTo>
                  <a:lnTo>
                    <a:pt x="6121" y="5993445"/>
                  </a:lnTo>
                  <a:lnTo>
                    <a:pt x="0" y="6024935"/>
                  </a:lnTo>
                  <a:lnTo>
                    <a:pt x="6121" y="6056425"/>
                  </a:lnTo>
                  <a:lnTo>
                    <a:pt x="568932" y="6628538"/>
                  </a:lnTo>
                  <a:lnTo>
                    <a:pt x="632837" y="6683156"/>
                  </a:lnTo>
                  <a:lnTo>
                    <a:pt x="676091" y="6709310"/>
                  </a:lnTo>
                  <a:lnTo>
                    <a:pt x="721996" y="6729976"/>
                  </a:lnTo>
                  <a:lnTo>
                    <a:pt x="770134" y="6744967"/>
                  </a:lnTo>
                  <a:lnTo>
                    <a:pt x="820086" y="6754099"/>
                  </a:lnTo>
                  <a:lnTo>
                    <a:pt x="871433" y="6757184"/>
                  </a:lnTo>
                  <a:lnTo>
                    <a:pt x="6336162" y="6757184"/>
                  </a:lnTo>
                  <a:lnTo>
                    <a:pt x="6383929" y="6754525"/>
                  </a:lnTo>
                  <a:lnTo>
                    <a:pt x="6430530" y="6746643"/>
                  </a:lnTo>
                  <a:lnTo>
                    <a:pt x="6475620" y="6733680"/>
                  </a:lnTo>
                  <a:lnTo>
                    <a:pt x="6518860" y="6715776"/>
                  </a:lnTo>
                  <a:lnTo>
                    <a:pt x="6559908" y="6693074"/>
                  </a:lnTo>
                  <a:lnTo>
                    <a:pt x="6598421" y="6665715"/>
                  </a:lnTo>
                  <a:lnTo>
                    <a:pt x="6634058" y="6633840"/>
                  </a:lnTo>
                  <a:lnTo>
                    <a:pt x="6665927" y="6598206"/>
                  </a:lnTo>
                  <a:lnTo>
                    <a:pt x="6693273" y="6559702"/>
                  </a:lnTo>
                  <a:lnTo>
                    <a:pt x="6715957" y="6518670"/>
                  </a:lnTo>
                  <a:lnTo>
                    <a:pt x="6733841" y="6475450"/>
                  </a:lnTo>
                  <a:lnTo>
                    <a:pt x="6746787" y="6430385"/>
                  </a:lnTo>
                  <a:lnTo>
                    <a:pt x="6754656" y="6383817"/>
                  </a:lnTo>
                  <a:lnTo>
                    <a:pt x="6757309" y="6336086"/>
                  </a:lnTo>
                  <a:lnTo>
                    <a:pt x="6757309" y="871450"/>
                  </a:lnTo>
                  <a:lnTo>
                    <a:pt x="6754296" y="820690"/>
                  </a:lnTo>
                  <a:lnTo>
                    <a:pt x="6745372" y="771247"/>
                  </a:lnTo>
                  <a:lnTo>
                    <a:pt x="6730711" y="723548"/>
                  </a:lnTo>
                  <a:lnTo>
                    <a:pt x="6710489" y="678020"/>
                  </a:lnTo>
                  <a:lnTo>
                    <a:pt x="6684880" y="635089"/>
                  </a:lnTo>
                  <a:lnTo>
                    <a:pt x="6654057" y="595181"/>
                  </a:lnTo>
                  <a:lnTo>
                    <a:pt x="6085706" y="24504"/>
                  </a:lnTo>
                  <a:lnTo>
                    <a:pt x="6057956" y="6093"/>
                  </a:lnTo>
                  <a:lnTo>
                    <a:pt x="6026435" y="0"/>
                  </a:lnTo>
                  <a:close/>
                </a:path>
              </a:pathLst>
            </a:custGeom>
            <a:solidFill>
              <a:srgbClr val="000000"/>
            </a:solidFill>
          </p:spPr>
          <p:txBody>
            <a:bodyPr wrap="square" lIns="0" tIns="0" rIns="0" bIns="0" rtlCol="0"/>
            <a:lstStyle/>
            <a:p>
              <a:endParaRPr/>
            </a:p>
          </p:txBody>
        </p:sp>
        <p:sp>
          <p:nvSpPr>
            <p:cNvPr id="8" name="object 8"/>
            <p:cNvSpPr/>
            <p:nvPr/>
          </p:nvSpPr>
          <p:spPr>
            <a:xfrm>
              <a:off x="1410568" y="3247631"/>
              <a:ext cx="6139815" cy="6139815"/>
            </a:xfrm>
            <a:custGeom>
              <a:avLst/>
              <a:gdLst/>
              <a:ahLst/>
              <a:cxnLst/>
              <a:rect l="l" t="t" r="r" b="b"/>
              <a:pathLst>
                <a:path w="6139815" h="6139815">
                  <a:moveTo>
                    <a:pt x="5801879" y="0"/>
                  </a:moveTo>
                  <a:lnTo>
                    <a:pt x="337382" y="0"/>
                  </a:lnTo>
                  <a:lnTo>
                    <a:pt x="291599" y="3077"/>
                  </a:lnTo>
                  <a:lnTo>
                    <a:pt x="247689" y="12041"/>
                  </a:lnTo>
                  <a:lnTo>
                    <a:pt x="206053" y="26492"/>
                  </a:lnTo>
                  <a:lnTo>
                    <a:pt x="167094" y="46027"/>
                  </a:lnTo>
                  <a:lnTo>
                    <a:pt x="131213" y="70245"/>
                  </a:lnTo>
                  <a:lnTo>
                    <a:pt x="98813" y="98746"/>
                  </a:lnTo>
                  <a:lnTo>
                    <a:pt x="70294" y="131127"/>
                  </a:lnTo>
                  <a:lnTo>
                    <a:pt x="46060" y="166987"/>
                  </a:lnTo>
                  <a:lnTo>
                    <a:pt x="26511" y="205926"/>
                  </a:lnTo>
                  <a:lnTo>
                    <a:pt x="12050" y="247541"/>
                  </a:lnTo>
                  <a:lnTo>
                    <a:pt x="3079" y="291432"/>
                  </a:lnTo>
                  <a:lnTo>
                    <a:pt x="0" y="337196"/>
                  </a:lnTo>
                  <a:lnTo>
                    <a:pt x="0" y="5801833"/>
                  </a:lnTo>
                  <a:lnTo>
                    <a:pt x="3079" y="5847611"/>
                  </a:lnTo>
                  <a:lnTo>
                    <a:pt x="12050" y="5891518"/>
                  </a:lnTo>
                  <a:lnTo>
                    <a:pt x="26511" y="5933152"/>
                  </a:lnTo>
                  <a:lnTo>
                    <a:pt x="46060" y="5972111"/>
                  </a:lnTo>
                  <a:lnTo>
                    <a:pt x="70294" y="6007992"/>
                  </a:lnTo>
                  <a:lnTo>
                    <a:pt x="98813" y="6040394"/>
                  </a:lnTo>
                  <a:lnTo>
                    <a:pt x="131213" y="6068914"/>
                  </a:lnTo>
                  <a:lnTo>
                    <a:pt x="167094" y="6093150"/>
                  </a:lnTo>
                  <a:lnTo>
                    <a:pt x="206053" y="6112701"/>
                  </a:lnTo>
                  <a:lnTo>
                    <a:pt x="247689" y="6127163"/>
                  </a:lnTo>
                  <a:lnTo>
                    <a:pt x="291599" y="6136135"/>
                  </a:lnTo>
                  <a:lnTo>
                    <a:pt x="337383" y="6139216"/>
                  </a:lnTo>
                  <a:lnTo>
                    <a:pt x="5801879" y="6139216"/>
                  </a:lnTo>
                  <a:lnTo>
                    <a:pt x="5847649" y="6136135"/>
                  </a:lnTo>
                  <a:lnTo>
                    <a:pt x="5891552" y="6127163"/>
                  </a:lnTo>
                  <a:lnTo>
                    <a:pt x="5933186" y="6112701"/>
                  </a:lnTo>
                  <a:lnTo>
                    <a:pt x="5972149" y="6093150"/>
                  </a:lnTo>
                  <a:lnTo>
                    <a:pt x="6008036" y="6068914"/>
                  </a:lnTo>
                  <a:lnTo>
                    <a:pt x="6040446" y="6040394"/>
                  </a:lnTo>
                  <a:lnTo>
                    <a:pt x="6068975" y="6007992"/>
                  </a:lnTo>
                  <a:lnTo>
                    <a:pt x="6093221" y="5972111"/>
                  </a:lnTo>
                  <a:lnTo>
                    <a:pt x="6112780" y="5933152"/>
                  </a:lnTo>
                  <a:lnTo>
                    <a:pt x="6127250" y="5891518"/>
                  </a:lnTo>
                  <a:lnTo>
                    <a:pt x="6136227" y="5847611"/>
                  </a:lnTo>
                  <a:lnTo>
                    <a:pt x="6139309" y="5801833"/>
                  </a:lnTo>
                  <a:lnTo>
                    <a:pt x="6139309" y="337196"/>
                  </a:lnTo>
                  <a:lnTo>
                    <a:pt x="6136227" y="291432"/>
                  </a:lnTo>
                  <a:lnTo>
                    <a:pt x="6127249" y="247541"/>
                  </a:lnTo>
                  <a:lnTo>
                    <a:pt x="6112780" y="205926"/>
                  </a:lnTo>
                  <a:lnTo>
                    <a:pt x="6093221" y="166987"/>
                  </a:lnTo>
                  <a:lnTo>
                    <a:pt x="6068975" y="131127"/>
                  </a:lnTo>
                  <a:lnTo>
                    <a:pt x="6040446" y="98746"/>
                  </a:lnTo>
                  <a:lnTo>
                    <a:pt x="6008036" y="70245"/>
                  </a:lnTo>
                  <a:lnTo>
                    <a:pt x="5972149" y="46027"/>
                  </a:lnTo>
                  <a:lnTo>
                    <a:pt x="5933186" y="26492"/>
                  </a:lnTo>
                  <a:lnTo>
                    <a:pt x="5891552" y="12041"/>
                  </a:lnTo>
                  <a:lnTo>
                    <a:pt x="5847649" y="3077"/>
                  </a:lnTo>
                  <a:lnTo>
                    <a:pt x="5801879" y="0"/>
                  </a:lnTo>
                  <a:close/>
                </a:path>
              </a:pathLst>
            </a:custGeom>
            <a:solidFill>
              <a:srgbClr val="FFFFFF"/>
            </a:solidFill>
          </p:spPr>
          <p:txBody>
            <a:bodyPr wrap="square" lIns="0" tIns="0" rIns="0" bIns="0" rtlCol="0"/>
            <a:lstStyle/>
            <a:p>
              <a:endParaRPr/>
            </a:p>
          </p:txBody>
        </p:sp>
        <p:sp>
          <p:nvSpPr>
            <p:cNvPr id="9" name="object 9"/>
            <p:cNvSpPr/>
            <p:nvPr/>
          </p:nvSpPr>
          <p:spPr>
            <a:xfrm>
              <a:off x="1326845" y="3163925"/>
              <a:ext cx="6306820" cy="6306820"/>
            </a:xfrm>
            <a:custGeom>
              <a:avLst/>
              <a:gdLst/>
              <a:ahLst/>
              <a:cxnLst/>
              <a:rect l="l" t="t" r="r" b="b"/>
              <a:pathLst>
                <a:path w="6306820" h="6306820">
                  <a:moveTo>
                    <a:pt x="1667383" y="6222924"/>
                  </a:moveTo>
                  <a:lnTo>
                    <a:pt x="1660817" y="6190310"/>
                  </a:lnTo>
                  <a:lnTo>
                    <a:pt x="1642897" y="6163703"/>
                  </a:lnTo>
                  <a:lnTo>
                    <a:pt x="1616290" y="6145771"/>
                  </a:lnTo>
                  <a:lnTo>
                    <a:pt x="1583664" y="6139205"/>
                  </a:lnTo>
                  <a:lnTo>
                    <a:pt x="421093" y="6139205"/>
                  </a:lnTo>
                  <a:lnTo>
                    <a:pt x="375577" y="6135116"/>
                  </a:lnTo>
                  <a:lnTo>
                    <a:pt x="332701" y="6123305"/>
                  </a:lnTo>
                  <a:lnTo>
                    <a:pt x="293192" y="6104509"/>
                  </a:lnTo>
                  <a:lnTo>
                    <a:pt x="257784" y="6079452"/>
                  </a:lnTo>
                  <a:lnTo>
                    <a:pt x="227190" y="6048857"/>
                  </a:lnTo>
                  <a:lnTo>
                    <a:pt x="202133" y="6013450"/>
                  </a:lnTo>
                  <a:lnTo>
                    <a:pt x="183337" y="5973940"/>
                  </a:lnTo>
                  <a:lnTo>
                    <a:pt x="171526" y="5931065"/>
                  </a:lnTo>
                  <a:lnTo>
                    <a:pt x="167436" y="5885548"/>
                  </a:lnTo>
                  <a:lnTo>
                    <a:pt x="167436" y="5584444"/>
                  </a:lnTo>
                  <a:lnTo>
                    <a:pt x="160870" y="5551817"/>
                  </a:lnTo>
                  <a:lnTo>
                    <a:pt x="142951" y="5525211"/>
                  </a:lnTo>
                  <a:lnTo>
                    <a:pt x="116344" y="5507291"/>
                  </a:lnTo>
                  <a:lnTo>
                    <a:pt x="83718" y="5500725"/>
                  </a:lnTo>
                  <a:lnTo>
                    <a:pt x="51092" y="5507291"/>
                  </a:lnTo>
                  <a:lnTo>
                    <a:pt x="24485" y="5525211"/>
                  </a:lnTo>
                  <a:lnTo>
                    <a:pt x="6565" y="5551817"/>
                  </a:lnTo>
                  <a:lnTo>
                    <a:pt x="0" y="5584444"/>
                  </a:lnTo>
                  <a:lnTo>
                    <a:pt x="0" y="5885548"/>
                  </a:lnTo>
                  <a:lnTo>
                    <a:pt x="2832" y="5934583"/>
                  </a:lnTo>
                  <a:lnTo>
                    <a:pt x="11137" y="5981979"/>
                  </a:lnTo>
                  <a:lnTo>
                    <a:pt x="24587" y="6027407"/>
                  </a:lnTo>
                  <a:lnTo>
                    <a:pt x="42862" y="6070562"/>
                  </a:lnTo>
                  <a:lnTo>
                    <a:pt x="65659" y="6111125"/>
                  </a:lnTo>
                  <a:lnTo>
                    <a:pt x="92633" y="6148756"/>
                  </a:lnTo>
                  <a:lnTo>
                    <a:pt x="123482" y="6183160"/>
                  </a:lnTo>
                  <a:lnTo>
                    <a:pt x="157886" y="6214008"/>
                  </a:lnTo>
                  <a:lnTo>
                    <a:pt x="195529" y="6240996"/>
                  </a:lnTo>
                  <a:lnTo>
                    <a:pt x="236080" y="6263779"/>
                  </a:lnTo>
                  <a:lnTo>
                    <a:pt x="279234" y="6282055"/>
                  </a:lnTo>
                  <a:lnTo>
                    <a:pt x="324662" y="6295504"/>
                  </a:lnTo>
                  <a:lnTo>
                    <a:pt x="372059" y="6303810"/>
                  </a:lnTo>
                  <a:lnTo>
                    <a:pt x="421093" y="6306642"/>
                  </a:lnTo>
                  <a:lnTo>
                    <a:pt x="1583664" y="6306642"/>
                  </a:lnTo>
                  <a:lnTo>
                    <a:pt x="1616290" y="6300076"/>
                  </a:lnTo>
                  <a:lnTo>
                    <a:pt x="1642897" y="6282156"/>
                  </a:lnTo>
                  <a:lnTo>
                    <a:pt x="1660817" y="6255550"/>
                  </a:lnTo>
                  <a:lnTo>
                    <a:pt x="1667383" y="6222924"/>
                  </a:lnTo>
                  <a:close/>
                </a:path>
                <a:path w="6306820" h="6306820">
                  <a:moveTo>
                    <a:pt x="6306744" y="2382228"/>
                  </a:moveTo>
                  <a:lnTo>
                    <a:pt x="6300165" y="2349627"/>
                  </a:lnTo>
                  <a:lnTo>
                    <a:pt x="6282245" y="2323020"/>
                  </a:lnTo>
                  <a:lnTo>
                    <a:pt x="6255626" y="2305088"/>
                  </a:lnTo>
                  <a:lnTo>
                    <a:pt x="6223025" y="2298509"/>
                  </a:lnTo>
                  <a:lnTo>
                    <a:pt x="6190424" y="2305088"/>
                  </a:lnTo>
                  <a:lnTo>
                    <a:pt x="6163818" y="2323020"/>
                  </a:lnTo>
                  <a:lnTo>
                    <a:pt x="6145885" y="2349627"/>
                  </a:lnTo>
                  <a:lnTo>
                    <a:pt x="6139307" y="2382228"/>
                  </a:lnTo>
                  <a:lnTo>
                    <a:pt x="6139307" y="5885548"/>
                  </a:lnTo>
                  <a:lnTo>
                    <a:pt x="6135205" y="5931065"/>
                  </a:lnTo>
                  <a:lnTo>
                    <a:pt x="6123394" y="5973940"/>
                  </a:lnTo>
                  <a:lnTo>
                    <a:pt x="6104585" y="6013450"/>
                  </a:lnTo>
                  <a:lnTo>
                    <a:pt x="6079515" y="6048857"/>
                  </a:lnTo>
                  <a:lnTo>
                    <a:pt x="6048908" y="6079452"/>
                  </a:lnTo>
                  <a:lnTo>
                    <a:pt x="6013488" y="6104509"/>
                  </a:lnTo>
                  <a:lnTo>
                    <a:pt x="5973978" y="6123305"/>
                  </a:lnTo>
                  <a:lnTo>
                    <a:pt x="5931103" y="6135116"/>
                  </a:lnTo>
                  <a:lnTo>
                    <a:pt x="5885599" y="6139205"/>
                  </a:lnTo>
                  <a:lnTo>
                    <a:pt x="2093506" y="6139205"/>
                  </a:lnTo>
                  <a:lnTo>
                    <a:pt x="2060879" y="6145771"/>
                  </a:lnTo>
                  <a:lnTo>
                    <a:pt x="2034273" y="6163703"/>
                  </a:lnTo>
                  <a:lnTo>
                    <a:pt x="2016353" y="6190310"/>
                  </a:lnTo>
                  <a:lnTo>
                    <a:pt x="2009787" y="6222924"/>
                  </a:lnTo>
                  <a:lnTo>
                    <a:pt x="2016353" y="6255550"/>
                  </a:lnTo>
                  <a:lnTo>
                    <a:pt x="2034273" y="6282156"/>
                  </a:lnTo>
                  <a:lnTo>
                    <a:pt x="2060879" y="6300076"/>
                  </a:lnTo>
                  <a:lnTo>
                    <a:pt x="2093506" y="6306642"/>
                  </a:lnTo>
                  <a:lnTo>
                    <a:pt x="5885599" y="6306642"/>
                  </a:lnTo>
                  <a:lnTo>
                    <a:pt x="5934659" y="6303810"/>
                  </a:lnTo>
                  <a:lnTo>
                    <a:pt x="5982081" y="6295504"/>
                  </a:lnTo>
                  <a:lnTo>
                    <a:pt x="6027521" y="6282055"/>
                  </a:lnTo>
                  <a:lnTo>
                    <a:pt x="6070689" y="6263779"/>
                  </a:lnTo>
                  <a:lnTo>
                    <a:pt x="6111252" y="6240996"/>
                  </a:lnTo>
                  <a:lnTo>
                    <a:pt x="6148883" y="6214008"/>
                  </a:lnTo>
                  <a:lnTo>
                    <a:pt x="6183287" y="6183160"/>
                  </a:lnTo>
                  <a:lnTo>
                    <a:pt x="6214135" y="6148756"/>
                  </a:lnTo>
                  <a:lnTo>
                    <a:pt x="6241110" y="6111125"/>
                  </a:lnTo>
                  <a:lnTo>
                    <a:pt x="6263894" y="6070562"/>
                  </a:lnTo>
                  <a:lnTo>
                    <a:pt x="6282156" y="6027407"/>
                  </a:lnTo>
                  <a:lnTo>
                    <a:pt x="6295606" y="5981979"/>
                  </a:lnTo>
                  <a:lnTo>
                    <a:pt x="6303911" y="5934583"/>
                  </a:lnTo>
                  <a:lnTo>
                    <a:pt x="6306744" y="5885548"/>
                  </a:lnTo>
                  <a:lnTo>
                    <a:pt x="6306744" y="2382228"/>
                  </a:lnTo>
                  <a:close/>
                </a:path>
                <a:path w="6306820" h="6306820">
                  <a:moveTo>
                    <a:pt x="6306744" y="420903"/>
                  </a:moveTo>
                  <a:lnTo>
                    <a:pt x="6303911" y="371894"/>
                  </a:lnTo>
                  <a:lnTo>
                    <a:pt x="6295606" y="324510"/>
                  </a:lnTo>
                  <a:lnTo>
                    <a:pt x="6282156" y="279107"/>
                  </a:lnTo>
                  <a:lnTo>
                    <a:pt x="6263894" y="235966"/>
                  </a:lnTo>
                  <a:lnTo>
                    <a:pt x="6241110" y="195427"/>
                  </a:lnTo>
                  <a:lnTo>
                    <a:pt x="6214135" y="157810"/>
                  </a:lnTo>
                  <a:lnTo>
                    <a:pt x="6183287" y="123418"/>
                  </a:lnTo>
                  <a:lnTo>
                    <a:pt x="6148883" y="92583"/>
                  </a:lnTo>
                  <a:lnTo>
                    <a:pt x="6111252" y="65620"/>
                  </a:lnTo>
                  <a:lnTo>
                    <a:pt x="6070689" y="42837"/>
                  </a:lnTo>
                  <a:lnTo>
                    <a:pt x="6027521" y="24574"/>
                  </a:lnTo>
                  <a:lnTo>
                    <a:pt x="5982081" y="11125"/>
                  </a:lnTo>
                  <a:lnTo>
                    <a:pt x="5934659" y="2832"/>
                  </a:lnTo>
                  <a:lnTo>
                    <a:pt x="5885599" y="0"/>
                  </a:lnTo>
                  <a:lnTo>
                    <a:pt x="421093" y="0"/>
                  </a:lnTo>
                  <a:lnTo>
                    <a:pt x="372059" y="2832"/>
                  </a:lnTo>
                  <a:lnTo>
                    <a:pt x="324662" y="11125"/>
                  </a:lnTo>
                  <a:lnTo>
                    <a:pt x="279234" y="24574"/>
                  </a:lnTo>
                  <a:lnTo>
                    <a:pt x="236080" y="42837"/>
                  </a:lnTo>
                  <a:lnTo>
                    <a:pt x="195529" y="65620"/>
                  </a:lnTo>
                  <a:lnTo>
                    <a:pt x="157886" y="92583"/>
                  </a:lnTo>
                  <a:lnTo>
                    <a:pt x="123482" y="123418"/>
                  </a:lnTo>
                  <a:lnTo>
                    <a:pt x="92633" y="157810"/>
                  </a:lnTo>
                  <a:lnTo>
                    <a:pt x="65659" y="195427"/>
                  </a:lnTo>
                  <a:lnTo>
                    <a:pt x="42862" y="235966"/>
                  </a:lnTo>
                  <a:lnTo>
                    <a:pt x="24587" y="279107"/>
                  </a:lnTo>
                  <a:lnTo>
                    <a:pt x="11137" y="324510"/>
                  </a:lnTo>
                  <a:lnTo>
                    <a:pt x="2832" y="371894"/>
                  </a:lnTo>
                  <a:lnTo>
                    <a:pt x="0" y="420903"/>
                  </a:lnTo>
                  <a:lnTo>
                    <a:pt x="0" y="5153012"/>
                  </a:lnTo>
                  <a:lnTo>
                    <a:pt x="6565" y="5185638"/>
                  </a:lnTo>
                  <a:lnTo>
                    <a:pt x="24485" y="5212245"/>
                  </a:lnTo>
                  <a:lnTo>
                    <a:pt x="51092" y="5230165"/>
                  </a:lnTo>
                  <a:lnTo>
                    <a:pt x="83718" y="5236730"/>
                  </a:lnTo>
                  <a:lnTo>
                    <a:pt x="116344" y="5230165"/>
                  </a:lnTo>
                  <a:lnTo>
                    <a:pt x="142951" y="5212245"/>
                  </a:lnTo>
                  <a:lnTo>
                    <a:pt x="160870" y="5185638"/>
                  </a:lnTo>
                  <a:lnTo>
                    <a:pt x="167436" y="5153012"/>
                  </a:lnTo>
                  <a:lnTo>
                    <a:pt x="167436" y="420903"/>
                  </a:lnTo>
                  <a:lnTo>
                    <a:pt x="171526" y="375412"/>
                  </a:lnTo>
                  <a:lnTo>
                    <a:pt x="183337" y="332549"/>
                  </a:lnTo>
                  <a:lnTo>
                    <a:pt x="202133" y="293077"/>
                  </a:lnTo>
                  <a:lnTo>
                    <a:pt x="227190" y="257695"/>
                  </a:lnTo>
                  <a:lnTo>
                    <a:pt x="257784" y="227114"/>
                  </a:lnTo>
                  <a:lnTo>
                    <a:pt x="293192" y="202082"/>
                  </a:lnTo>
                  <a:lnTo>
                    <a:pt x="332701" y="183311"/>
                  </a:lnTo>
                  <a:lnTo>
                    <a:pt x="375577" y="171526"/>
                  </a:lnTo>
                  <a:lnTo>
                    <a:pt x="421093" y="167424"/>
                  </a:lnTo>
                  <a:lnTo>
                    <a:pt x="5885599" y="167424"/>
                  </a:lnTo>
                  <a:lnTo>
                    <a:pt x="5931103" y="171526"/>
                  </a:lnTo>
                  <a:lnTo>
                    <a:pt x="5973978" y="183311"/>
                  </a:lnTo>
                  <a:lnTo>
                    <a:pt x="6013488" y="202082"/>
                  </a:lnTo>
                  <a:lnTo>
                    <a:pt x="6048908" y="227114"/>
                  </a:lnTo>
                  <a:lnTo>
                    <a:pt x="6079515" y="257695"/>
                  </a:lnTo>
                  <a:lnTo>
                    <a:pt x="6104585" y="293077"/>
                  </a:lnTo>
                  <a:lnTo>
                    <a:pt x="6123394" y="332549"/>
                  </a:lnTo>
                  <a:lnTo>
                    <a:pt x="6135205" y="375412"/>
                  </a:lnTo>
                  <a:lnTo>
                    <a:pt x="6139307" y="420903"/>
                  </a:lnTo>
                  <a:lnTo>
                    <a:pt x="6139307" y="1712950"/>
                  </a:lnTo>
                  <a:lnTo>
                    <a:pt x="6145885" y="1745653"/>
                  </a:lnTo>
                  <a:lnTo>
                    <a:pt x="6163818" y="1772259"/>
                  </a:lnTo>
                  <a:lnTo>
                    <a:pt x="6190424" y="1790128"/>
                  </a:lnTo>
                  <a:lnTo>
                    <a:pt x="6223025" y="1796669"/>
                  </a:lnTo>
                  <a:lnTo>
                    <a:pt x="6255626" y="1790128"/>
                  </a:lnTo>
                  <a:lnTo>
                    <a:pt x="6282245" y="1772259"/>
                  </a:lnTo>
                  <a:lnTo>
                    <a:pt x="6300165" y="1745653"/>
                  </a:lnTo>
                  <a:lnTo>
                    <a:pt x="6306744" y="1712950"/>
                  </a:lnTo>
                  <a:lnTo>
                    <a:pt x="6306744" y="420903"/>
                  </a:lnTo>
                  <a:close/>
                </a:path>
              </a:pathLst>
            </a:custGeom>
            <a:solidFill>
              <a:srgbClr val="000000"/>
            </a:solidFill>
          </p:spPr>
          <p:txBody>
            <a:bodyPr wrap="square" lIns="0" tIns="0" rIns="0" bIns="0" rtlCol="0"/>
            <a:lstStyle/>
            <a:p>
              <a:endParaRPr/>
            </a:p>
          </p:txBody>
        </p:sp>
      </p:grpSp>
      <p:sp>
        <p:nvSpPr>
          <p:cNvPr id="10" name="object 10"/>
          <p:cNvSpPr txBox="1">
            <a:spLocks noGrp="1"/>
          </p:cNvSpPr>
          <p:nvPr>
            <p:ph type="title"/>
          </p:nvPr>
        </p:nvSpPr>
        <p:spPr>
          <a:xfrm>
            <a:off x="4803810" y="622613"/>
            <a:ext cx="9620839" cy="1427364"/>
          </a:xfrm>
          <a:prstGeom prst="rect">
            <a:avLst/>
          </a:prstGeom>
        </p:spPr>
        <p:txBody>
          <a:bodyPr vert="horz" wrap="square" lIns="0" tIns="448360" rIns="0" bIns="0" rtlCol="0">
            <a:spAutoFit/>
          </a:bodyPr>
          <a:lstStyle/>
          <a:p>
            <a:pPr marL="12700" marR="5080">
              <a:lnSpc>
                <a:spcPts val="7609"/>
              </a:lnSpc>
              <a:spcBef>
                <a:spcPts val="1210"/>
              </a:spcBef>
            </a:pPr>
            <a:r>
              <a:rPr spc="570" dirty="0"/>
              <a:t>BUSINESS </a:t>
            </a:r>
            <a:r>
              <a:rPr spc="540" dirty="0"/>
              <a:t>MODEL</a:t>
            </a:r>
          </a:p>
        </p:txBody>
      </p:sp>
      <p:sp>
        <p:nvSpPr>
          <p:cNvPr id="11" name="object 11"/>
          <p:cNvSpPr txBox="1">
            <a:spLocks noGrp="1"/>
          </p:cNvSpPr>
          <p:nvPr>
            <p:ph sz="half" idx="2"/>
          </p:nvPr>
        </p:nvSpPr>
        <p:spPr>
          <a:prstGeom prst="rect">
            <a:avLst/>
          </a:prstGeom>
        </p:spPr>
        <p:txBody>
          <a:bodyPr vert="horz" wrap="square" lIns="0" tIns="12700" rIns="0" bIns="0" rtlCol="0">
            <a:spAutoFit/>
          </a:bodyPr>
          <a:lstStyle/>
          <a:p>
            <a:pPr marL="12700">
              <a:lnSpc>
                <a:spcPct val="100000"/>
              </a:lnSpc>
              <a:spcBef>
                <a:spcPts val="100"/>
              </a:spcBef>
            </a:pPr>
            <a:r>
              <a:rPr spc="180" dirty="0"/>
              <a:t>VALUE</a:t>
            </a:r>
            <a:r>
              <a:rPr spc="-204" dirty="0"/>
              <a:t> </a:t>
            </a:r>
            <a:r>
              <a:rPr spc="155" dirty="0"/>
              <a:t>PROPOSITION</a:t>
            </a:r>
            <a:r>
              <a:rPr spc="-185" dirty="0"/>
              <a:t> </a:t>
            </a:r>
            <a:r>
              <a:rPr spc="-50" dirty="0"/>
              <a:t>:</a:t>
            </a:r>
          </a:p>
          <a:p>
            <a:pPr marL="12700">
              <a:lnSpc>
                <a:spcPct val="100000"/>
              </a:lnSpc>
              <a:spcBef>
                <a:spcPts val="3075"/>
              </a:spcBef>
            </a:pPr>
            <a:r>
              <a:rPr spc="100" dirty="0"/>
              <a:t>Target</a:t>
            </a:r>
            <a:r>
              <a:rPr spc="-180" dirty="0"/>
              <a:t> </a:t>
            </a:r>
            <a:r>
              <a:rPr spc="155" dirty="0"/>
              <a:t>Customers</a:t>
            </a:r>
            <a:r>
              <a:rPr spc="-170" dirty="0"/>
              <a:t> </a:t>
            </a:r>
            <a:r>
              <a:rPr spc="-50" dirty="0"/>
              <a:t>:</a:t>
            </a:r>
          </a:p>
          <a:p>
            <a:pPr marL="624840" indent="-292735">
              <a:lnSpc>
                <a:spcPct val="100000"/>
              </a:lnSpc>
              <a:spcBef>
                <a:spcPts val="550"/>
              </a:spcBef>
              <a:buFont typeface="Arial MT"/>
              <a:buChar char="•"/>
              <a:tabLst>
                <a:tab pos="624840" algn="l"/>
              </a:tabLst>
            </a:pPr>
            <a:r>
              <a:rPr b="0" dirty="0">
                <a:latin typeface="Trebuchet MS"/>
                <a:cs typeface="Trebuchet MS"/>
              </a:rPr>
              <a:t>Electric</a:t>
            </a:r>
            <a:r>
              <a:rPr b="0" spc="15" dirty="0">
                <a:latin typeface="Trebuchet MS"/>
                <a:cs typeface="Trebuchet MS"/>
              </a:rPr>
              <a:t> </a:t>
            </a:r>
            <a:r>
              <a:rPr b="0" spc="45" dirty="0">
                <a:latin typeface="Trebuchet MS"/>
                <a:cs typeface="Trebuchet MS"/>
              </a:rPr>
              <a:t>Vehicle</a:t>
            </a:r>
            <a:r>
              <a:rPr b="0" spc="20" dirty="0">
                <a:latin typeface="Trebuchet MS"/>
                <a:cs typeface="Trebuchet MS"/>
              </a:rPr>
              <a:t> </a:t>
            </a:r>
            <a:r>
              <a:rPr b="0" spc="100" dirty="0">
                <a:latin typeface="Trebuchet MS"/>
                <a:cs typeface="Trebuchet MS"/>
              </a:rPr>
              <a:t>Manufacturers</a:t>
            </a:r>
          </a:p>
          <a:p>
            <a:pPr marL="2152650">
              <a:lnSpc>
                <a:spcPct val="100000"/>
              </a:lnSpc>
              <a:spcBef>
                <a:spcPts val="565"/>
              </a:spcBef>
            </a:pPr>
            <a:r>
              <a:rPr b="0" spc="-200" dirty="0">
                <a:latin typeface="Trebuchet MS"/>
                <a:cs typeface="Trebuchet MS"/>
              </a:rPr>
              <a:t>&amp;</a:t>
            </a:r>
            <a:r>
              <a:rPr b="0" spc="-55" dirty="0">
                <a:latin typeface="Trebuchet MS"/>
                <a:cs typeface="Trebuchet MS"/>
              </a:rPr>
              <a:t> </a:t>
            </a:r>
            <a:r>
              <a:rPr b="0" spc="45" dirty="0">
                <a:latin typeface="Trebuchet MS"/>
                <a:cs typeface="Trebuchet MS"/>
              </a:rPr>
              <a:t>Suppliers.</a:t>
            </a:r>
          </a:p>
          <a:p>
            <a:pPr marL="897890" lvl="1" indent="-292735">
              <a:lnSpc>
                <a:spcPct val="100000"/>
              </a:lnSpc>
              <a:spcBef>
                <a:spcPts val="565"/>
              </a:spcBef>
              <a:buFont typeface="Arial MT"/>
              <a:buChar char="•"/>
              <a:tabLst>
                <a:tab pos="897890" algn="l"/>
              </a:tabLst>
            </a:pPr>
            <a:r>
              <a:rPr sz="2700" spc="190" dirty="0">
                <a:latin typeface="Trebuchet MS"/>
                <a:cs typeface="Trebuchet MS"/>
              </a:rPr>
              <a:t>EV</a:t>
            </a:r>
            <a:r>
              <a:rPr sz="2700" spc="-50" dirty="0">
                <a:latin typeface="Trebuchet MS"/>
                <a:cs typeface="Trebuchet MS"/>
              </a:rPr>
              <a:t> </a:t>
            </a:r>
            <a:r>
              <a:rPr sz="2700" spc="140" dirty="0">
                <a:latin typeface="Trebuchet MS"/>
                <a:cs typeface="Trebuchet MS"/>
              </a:rPr>
              <a:t>Owners</a:t>
            </a:r>
            <a:r>
              <a:rPr sz="2700" spc="-60" dirty="0">
                <a:latin typeface="Trebuchet MS"/>
                <a:cs typeface="Trebuchet MS"/>
              </a:rPr>
              <a:t> </a:t>
            </a:r>
            <a:r>
              <a:rPr sz="2700" spc="130" dirty="0">
                <a:latin typeface="Trebuchet MS"/>
                <a:cs typeface="Trebuchet MS"/>
              </a:rPr>
              <a:t>and</a:t>
            </a:r>
            <a:r>
              <a:rPr sz="2700" spc="-45" dirty="0">
                <a:latin typeface="Trebuchet MS"/>
                <a:cs typeface="Trebuchet MS"/>
              </a:rPr>
              <a:t> </a:t>
            </a:r>
            <a:r>
              <a:rPr sz="2700" spc="155" dirty="0">
                <a:latin typeface="Trebuchet MS"/>
                <a:cs typeface="Trebuchet MS"/>
              </a:rPr>
              <a:t>Consumers</a:t>
            </a:r>
            <a:endParaRPr sz="2700">
              <a:latin typeface="Trebuchet MS"/>
              <a:cs typeface="Trebuchet MS"/>
            </a:endParaRPr>
          </a:p>
          <a:p>
            <a:pPr marL="12700">
              <a:lnSpc>
                <a:spcPct val="100000"/>
              </a:lnSpc>
              <a:spcBef>
                <a:spcPts val="2930"/>
              </a:spcBef>
              <a:tabLst>
                <a:tab pos="2559050" algn="l"/>
              </a:tabLst>
            </a:pPr>
            <a:r>
              <a:rPr spc="145" dirty="0"/>
              <a:t>What</a:t>
            </a:r>
            <a:r>
              <a:rPr spc="-185" dirty="0"/>
              <a:t> </a:t>
            </a:r>
            <a:r>
              <a:rPr spc="105" dirty="0"/>
              <a:t>we</a:t>
            </a:r>
            <a:r>
              <a:rPr spc="-185" dirty="0"/>
              <a:t> </a:t>
            </a:r>
            <a:r>
              <a:rPr spc="50" dirty="0"/>
              <a:t>offer</a:t>
            </a:r>
            <a:r>
              <a:rPr dirty="0"/>
              <a:t>	</a:t>
            </a:r>
            <a:r>
              <a:rPr spc="-50" dirty="0"/>
              <a:t>:</a:t>
            </a:r>
          </a:p>
          <a:p>
            <a:pPr marL="596265" indent="-292735">
              <a:lnSpc>
                <a:spcPct val="100000"/>
              </a:lnSpc>
              <a:spcBef>
                <a:spcPts val="550"/>
              </a:spcBef>
              <a:buFont typeface="Arial MT"/>
              <a:buChar char="•"/>
              <a:tabLst>
                <a:tab pos="596265" algn="l"/>
              </a:tabLst>
            </a:pPr>
            <a:r>
              <a:rPr b="0" spc="120" dirty="0">
                <a:latin typeface="Trebuchet MS"/>
                <a:cs typeface="Trebuchet MS"/>
              </a:rPr>
              <a:t>Enhanced</a:t>
            </a:r>
            <a:r>
              <a:rPr b="0" spc="-50" dirty="0">
                <a:latin typeface="Trebuchet MS"/>
                <a:cs typeface="Trebuchet MS"/>
              </a:rPr>
              <a:t> </a:t>
            </a:r>
            <a:r>
              <a:rPr b="0" spc="90" dirty="0">
                <a:latin typeface="Trebuchet MS"/>
                <a:cs typeface="Trebuchet MS"/>
              </a:rPr>
              <a:t>Safety</a:t>
            </a:r>
          </a:p>
          <a:p>
            <a:pPr marL="693420" indent="-389890">
              <a:lnSpc>
                <a:spcPct val="100000"/>
              </a:lnSpc>
              <a:spcBef>
                <a:spcPts val="565"/>
              </a:spcBef>
              <a:buFont typeface="Arial MT"/>
              <a:buChar char="•"/>
              <a:tabLst>
                <a:tab pos="693420" algn="l"/>
              </a:tabLst>
            </a:pPr>
            <a:r>
              <a:rPr b="0" spc="90" dirty="0">
                <a:latin typeface="Trebuchet MS"/>
                <a:cs typeface="Trebuchet MS"/>
              </a:rPr>
              <a:t>Improved</a:t>
            </a:r>
            <a:r>
              <a:rPr b="0" spc="-30" dirty="0">
                <a:latin typeface="Trebuchet MS"/>
                <a:cs typeface="Trebuchet MS"/>
              </a:rPr>
              <a:t> </a:t>
            </a:r>
            <a:r>
              <a:rPr b="0" spc="70" dirty="0">
                <a:latin typeface="Trebuchet MS"/>
                <a:cs typeface="Trebuchet MS"/>
              </a:rPr>
              <a:t>Performance</a:t>
            </a:r>
          </a:p>
          <a:p>
            <a:pPr marL="596265" indent="-292735">
              <a:lnSpc>
                <a:spcPct val="100000"/>
              </a:lnSpc>
              <a:spcBef>
                <a:spcPts val="565"/>
              </a:spcBef>
              <a:buFont typeface="Arial MT"/>
              <a:buChar char="•"/>
              <a:tabLst>
                <a:tab pos="596265" algn="l"/>
              </a:tabLst>
            </a:pPr>
            <a:r>
              <a:rPr b="0" dirty="0">
                <a:latin typeface="Trebuchet MS"/>
                <a:cs typeface="Trebuchet MS"/>
              </a:rPr>
              <a:t>Durability</a:t>
            </a:r>
            <a:r>
              <a:rPr b="0" spc="55" dirty="0">
                <a:latin typeface="Trebuchet MS"/>
                <a:cs typeface="Trebuchet MS"/>
              </a:rPr>
              <a:t> </a:t>
            </a:r>
            <a:r>
              <a:rPr b="0" spc="114" dirty="0">
                <a:latin typeface="Trebuchet MS"/>
                <a:cs typeface="Trebuchet MS"/>
              </a:rPr>
              <a:t>and</a:t>
            </a:r>
            <a:r>
              <a:rPr b="0" spc="55" dirty="0">
                <a:latin typeface="Trebuchet MS"/>
                <a:cs typeface="Trebuchet MS"/>
              </a:rPr>
              <a:t> </a:t>
            </a:r>
            <a:r>
              <a:rPr b="0" spc="-10" dirty="0">
                <a:latin typeface="Trebuchet MS"/>
                <a:cs typeface="Trebuchet MS"/>
              </a:rPr>
              <a:t>Reliability</a:t>
            </a:r>
          </a:p>
          <a:p>
            <a:pPr marL="596265" indent="-292735">
              <a:lnSpc>
                <a:spcPct val="100000"/>
              </a:lnSpc>
              <a:spcBef>
                <a:spcPts val="555"/>
              </a:spcBef>
              <a:buFont typeface="Arial MT"/>
              <a:buChar char="•"/>
              <a:tabLst>
                <a:tab pos="596265" algn="l"/>
              </a:tabLst>
            </a:pPr>
            <a:r>
              <a:rPr b="0" spc="180" dirty="0">
                <a:latin typeface="Trebuchet MS"/>
                <a:cs typeface="Trebuchet MS"/>
              </a:rPr>
              <a:t>Cost</a:t>
            </a:r>
            <a:r>
              <a:rPr b="0" spc="-45" dirty="0">
                <a:latin typeface="Trebuchet MS"/>
                <a:cs typeface="Trebuchet MS"/>
              </a:rPr>
              <a:t> </a:t>
            </a:r>
            <a:r>
              <a:rPr b="0" spc="-10" dirty="0">
                <a:latin typeface="Trebuchet MS"/>
                <a:cs typeface="Trebuchet MS"/>
              </a:rPr>
              <a:t>Efficiency</a:t>
            </a:r>
          </a:p>
        </p:txBody>
      </p:sp>
      <p:grpSp>
        <p:nvGrpSpPr>
          <p:cNvPr id="12" name="object 12"/>
          <p:cNvGrpSpPr/>
          <p:nvPr/>
        </p:nvGrpSpPr>
        <p:grpSpPr>
          <a:xfrm>
            <a:off x="9614234" y="3163913"/>
            <a:ext cx="6865620" cy="6864984"/>
            <a:chOff x="9614234" y="3163913"/>
            <a:chExt cx="6865620" cy="6864984"/>
          </a:xfrm>
        </p:grpSpPr>
        <p:sp>
          <p:nvSpPr>
            <p:cNvPr id="13" name="object 13"/>
            <p:cNvSpPr/>
            <p:nvPr/>
          </p:nvSpPr>
          <p:spPr>
            <a:xfrm>
              <a:off x="9805670" y="3355301"/>
              <a:ext cx="6590030" cy="6590030"/>
            </a:xfrm>
            <a:custGeom>
              <a:avLst/>
              <a:gdLst/>
              <a:ahLst/>
              <a:cxnLst/>
              <a:rect l="l" t="t" r="r" b="b"/>
              <a:pathLst>
                <a:path w="6590030" h="6590030">
                  <a:moveTo>
                    <a:pt x="5942757" y="0"/>
                  </a:moveTo>
                  <a:lnTo>
                    <a:pt x="0" y="5941409"/>
                  </a:lnTo>
                  <a:lnTo>
                    <a:pt x="551151" y="6492558"/>
                  </a:lnTo>
                  <a:lnTo>
                    <a:pt x="588523" y="6524616"/>
                  </a:lnTo>
                  <a:lnTo>
                    <a:pt x="632732" y="6552049"/>
                  </a:lnTo>
                  <a:lnTo>
                    <a:pt x="681135" y="6572490"/>
                  </a:lnTo>
                  <a:lnTo>
                    <a:pt x="733046" y="6585255"/>
                  </a:lnTo>
                  <a:lnTo>
                    <a:pt x="787785" y="6589662"/>
                  </a:lnTo>
                  <a:lnTo>
                    <a:pt x="6252281" y="6589662"/>
                  </a:lnTo>
                  <a:lnTo>
                    <a:pt x="6307033" y="6585255"/>
                  </a:lnTo>
                  <a:lnTo>
                    <a:pt x="6358938" y="6572490"/>
                  </a:lnTo>
                  <a:lnTo>
                    <a:pt x="6407327" y="6552049"/>
                  </a:lnTo>
                  <a:lnTo>
                    <a:pt x="6451530" y="6524616"/>
                  </a:lnTo>
                  <a:lnTo>
                    <a:pt x="6490877" y="6490875"/>
                  </a:lnTo>
                  <a:lnTo>
                    <a:pt x="6524641" y="6451542"/>
                  </a:lnTo>
                  <a:lnTo>
                    <a:pt x="6552088" y="6407333"/>
                  </a:lnTo>
                  <a:lnTo>
                    <a:pt x="6572535" y="6358931"/>
                  </a:lnTo>
                  <a:lnTo>
                    <a:pt x="6585303" y="6307019"/>
                  </a:lnTo>
                  <a:lnTo>
                    <a:pt x="6589711" y="6252281"/>
                  </a:lnTo>
                  <a:lnTo>
                    <a:pt x="6589710" y="787645"/>
                  </a:lnTo>
                  <a:lnTo>
                    <a:pt x="6585303" y="732983"/>
                  </a:lnTo>
                  <a:lnTo>
                    <a:pt x="6572535" y="681089"/>
                  </a:lnTo>
                  <a:lnTo>
                    <a:pt x="6552087" y="632666"/>
                  </a:lnTo>
                  <a:lnTo>
                    <a:pt x="6524641" y="588419"/>
                  </a:lnTo>
                  <a:lnTo>
                    <a:pt x="6490876" y="549049"/>
                  </a:lnTo>
                  <a:lnTo>
                    <a:pt x="6493190" y="549049"/>
                  </a:lnTo>
                  <a:lnTo>
                    <a:pt x="5942757" y="0"/>
                  </a:lnTo>
                  <a:close/>
                </a:path>
                <a:path w="6590030" h="6590030">
                  <a:moveTo>
                    <a:pt x="549189" y="6490875"/>
                  </a:moveTo>
                  <a:lnTo>
                    <a:pt x="561188" y="6502595"/>
                  </a:lnTo>
                  <a:lnTo>
                    <a:pt x="551151" y="6492558"/>
                  </a:lnTo>
                  <a:lnTo>
                    <a:pt x="549189" y="6490875"/>
                  </a:lnTo>
                  <a:close/>
                </a:path>
                <a:path w="6590030" h="6590030">
                  <a:moveTo>
                    <a:pt x="6493190" y="549049"/>
                  </a:moveTo>
                  <a:lnTo>
                    <a:pt x="6490876" y="549049"/>
                  </a:lnTo>
                  <a:lnTo>
                    <a:pt x="6498086" y="553933"/>
                  </a:lnTo>
                  <a:lnTo>
                    <a:pt x="6493190" y="549049"/>
                  </a:lnTo>
                  <a:close/>
                </a:path>
              </a:pathLst>
            </a:custGeom>
            <a:solidFill>
              <a:srgbClr val="2CAC9D"/>
            </a:solidFill>
          </p:spPr>
          <p:txBody>
            <a:bodyPr wrap="square" lIns="0" tIns="0" rIns="0" bIns="0" rtlCol="0"/>
            <a:lstStyle/>
            <a:p>
              <a:endParaRPr/>
            </a:p>
          </p:txBody>
        </p:sp>
        <p:sp>
          <p:nvSpPr>
            <p:cNvPr id="14" name="object 14"/>
            <p:cNvSpPr/>
            <p:nvPr/>
          </p:nvSpPr>
          <p:spPr>
            <a:xfrm>
              <a:off x="9722022" y="3271496"/>
              <a:ext cx="6757670" cy="6757670"/>
            </a:xfrm>
            <a:custGeom>
              <a:avLst/>
              <a:gdLst/>
              <a:ahLst/>
              <a:cxnLst/>
              <a:rect l="l" t="t" r="r" b="b"/>
              <a:pathLst>
                <a:path w="6757669" h="6757670">
                  <a:moveTo>
                    <a:pt x="6026434" y="0"/>
                  </a:moveTo>
                  <a:lnTo>
                    <a:pt x="5994957" y="6158"/>
                  </a:lnTo>
                  <a:lnTo>
                    <a:pt x="5967338" y="24504"/>
                  </a:lnTo>
                  <a:lnTo>
                    <a:pt x="5948828" y="52254"/>
                  </a:lnTo>
                  <a:lnTo>
                    <a:pt x="5942746" y="83775"/>
                  </a:lnTo>
                  <a:lnTo>
                    <a:pt x="5948959" y="115253"/>
                  </a:lnTo>
                  <a:lnTo>
                    <a:pt x="5967338" y="142872"/>
                  </a:lnTo>
                  <a:lnTo>
                    <a:pt x="6504760" y="679364"/>
                  </a:lnTo>
                  <a:lnTo>
                    <a:pt x="6547160" y="730863"/>
                  </a:lnTo>
                  <a:lnTo>
                    <a:pt x="6570426" y="774390"/>
                  </a:lnTo>
                  <a:lnTo>
                    <a:pt x="6584753" y="821623"/>
                  </a:lnTo>
                  <a:lnTo>
                    <a:pt x="6589640" y="871450"/>
                  </a:lnTo>
                  <a:lnTo>
                    <a:pt x="6589641" y="6335807"/>
                  </a:lnTo>
                  <a:lnTo>
                    <a:pt x="6584787" y="6385741"/>
                  </a:lnTo>
                  <a:lnTo>
                    <a:pt x="6570514" y="6433059"/>
                  </a:lnTo>
                  <a:lnTo>
                    <a:pt x="6547259" y="6476610"/>
                  </a:lnTo>
                  <a:lnTo>
                    <a:pt x="6515458" y="6515243"/>
                  </a:lnTo>
                  <a:lnTo>
                    <a:pt x="6476647" y="6546971"/>
                  </a:lnTo>
                  <a:lnTo>
                    <a:pt x="6433106" y="6570250"/>
                  </a:lnTo>
                  <a:lnTo>
                    <a:pt x="6385859" y="6584582"/>
                  </a:lnTo>
                  <a:lnTo>
                    <a:pt x="6335929" y="6589470"/>
                  </a:lnTo>
                  <a:lnTo>
                    <a:pt x="871433" y="6589470"/>
                  </a:lnTo>
                  <a:lnTo>
                    <a:pt x="824542" y="6585184"/>
                  </a:lnTo>
                  <a:lnTo>
                    <a:pt x="779901" y="6572552"/>
                  </a:lnTo>
                  <a:lnTo>
                    <a:pt x="738400" y="6551916"/>
                  </a:lnTo>
                  <a:lnTo>
                    <a:pt x="700927" y="6523614"/>
                  </a:lnTo>
                  <a:lnTo>
                    <a:pt x="142808" y="5965774"/>
                  </a:lnTo>
                  <a:lnTo>
                    <a:pt x="115138" y="5947409"/>
                  </a:lnTo>
                  <a:lnTo>
                    <a:pt x="52157" y="5947409"/>
                  </a:lnTo>
                  <a:lnTo>
                    <a:pt x="6121" y="5993445"/>
                  </a:lnTo>
                  <a:lnTo>
                    <a:pt x="0" y="6024935"/>
                  </a:lnTo>
                  <a:lnTo>
                    <a:pt x="6121" y="6056425"/>
                  </a:lnTo>
                  <a:lnTo>
                    <a:pt x="568932" y="6628538"/>
                  </a:lnTo>
                  <a:lnTo>
                    <a:pt x="632837" y="6683156"/>
                  </a:lnTo>
                  <a:lnTo>
                    <a:pt x="676091" y="6709310"/>
                  </a:lnTo>
                  <a:lnTo>
                    <a:pt x="721996" y="6729976"/>
                  </a:lnTo>
                  <a:lnTo>
                    <a:pt x="770134" y="6744967"/>
                  </a:lnTo>
                  <a:lnTo>
                    <a:pt x="820086" y="6754099"/>
                  </a:lnTo>
                  <a:lnTo>
                    <a:pt x="871433" y="6757184"/>
                  </a:lnTo>
                  <a:lnTo>
                    <a:pt x="6336162" y="6757184"/>
                  </a:lnTo>
                  <a:lnTo>
                    <a:pt x="6383930" y="6754525"/>
                  </a:lnTo>
                  <a:lnTo>
                    <a:pt x="6430530" y="6746643"/>
                  </a:lnTo>
                  <a:lnTo>
                    <a:pt x="6475621" y="6733680"/>
                  </a:lnTo>
                  <a:lnTo>
                    <a:pt x="6518861" y="6715776"/>
                  </a:lnTo>
                  <a:lnTo>
                    <a:pt x="6559908" y="6693074"/>
                  </a:lnTo>
                  <a:lnTo>
                    <a:pt x="6598421" y="6665715"/>
                  </a:lnTo>
                  <a:lnTo>
                    <a:pt x="6634058" y="6633840"/>
                  </a:lnTo>
                  <a:lnTo>
                    <a:pt x="6665927" y="6598206"/>
                  </a:lnTo>
                  <a:lnTo>
                    <a:pt x="6693273" y="6559702"/>
                  </a:lnTo>
                  <a:lnTo>
                    <a:pt x="6715957" y="6518670"/>
                  </a:lnTo>
                  <a:lnTo>
                    <a:pt x="6733841" y="6475450"/>
                  </a:lnTo>
                  <a:lnTo>
                    <a:pt x="6746787" y="6430385"/>
                  </a:lnTo>
                  <a:lnTo>
                    <a:pt x="6754656" y="6383817"/>
                  </a:lnTo>
                  <a:lnTo>
                    <a:pt x="6757309" y="6336086"/>
                  </a:lnTo>
                  <a:lnTo>
                    <a:pt x="6757309" y="871450"/>
                  </a:lnTo>
                  <a:lnTo>
                    <a:pt x="6754295" y="820690"/>
                  </a:lnTo>
                  <a:lnTo>
                    <a:pt x="6745371" y="771247"/>
                  </a:lnTo>
                  <a:lnTo>
                    <a:pt x="6730711" y="723548"/>
                  </a:lnTo>
                  <a:lnTo>
                    <a:pt x="6710489" y="678020"/>
                  </a:lnTo>
                  <a:lnTo>
                    <a:pt x="6684879" y="635089"/>
                  </a:lnTo>
                  <a:lnTo>
                    <a:pt x="6654057" y="595181"/>
                  </a:lnTo>
                  <a:lnTo>
                    <a:pt x="6085705" y="24504"/>
                  </a:lnTo>
                  <a:lnTo>
                    <a:pt x="6057956" y="6093"/>
                  </a:lnTo>
                  <a:lnTo>
                    <a:pt x="6026434" y="0"/>
                  </a:lnTo>
                  <a:close/>
                </a:path>
              </a:pathLst>
            </a:custGeom>
            <a:solidFill>
              <a:srgbClr val="000000"/>
            </a:solidFill>
          </p:spPr>
          <p:txBody>
            <a:bodyPr wrap="square" lIns="0" tIns="0" rIns="0" bIns="0" rtlCol="0"/>
            <a:lstStyle/>
            <a:p>
              <a:endParaRPr/>
            </a:p>
          </p:txBody>
        </p:sp>
        <p:sp>
          <p:nvSpPr>
            <p:cNvPr id="15" name="object 15"/>
            <p:cNvSpPr/>
            <p:nvPr/>
          </p:nvSpPr>
          <p:spPr>
            <a:xfrm>
              <a:off x="9697952" y="3247631"/>
              <a:ext cx="6139815" cy="6139815"/>
            </a:xfrm>
            <a:custGeom>
              <a:avLst/>
              <a:gdLst/>
              <a:ahLst/>
              <a:cxnLst/>
              <a:rect l="l" t="t" r="r" b="b"/>
              <a:pathLst>
                <a:path w="6139815" h="6139815">
                  <a:moveTo>
                    <a:pt x="5801879" y="0"/>
                  </a:moveTo>
                  <a:lnTo>
                    <a:pt x="337382" y="0"/>
                  </a:lnTo>
                  <a:lnTo>
                    <a:pt x="291599" y="3077"/>
                  </a:lnTo>
                  <a:lnTo>
                    <a:pt x="247689" y="12041"/>
                  </a:lnTo>
                  <a:lnTo>
                    <a:pt x="206053" y="26492"/>
                  </a:lnTo>
                  <a:lnTo>
                    <a:pt x="167094" y="46027"/>
                  </a:lnTo>
                  <a:lnTo>
                    <a:pt x="131213" y="70245"/>
                  </a:lnTo>
                  <a:lnTo>
                    <a:pt x="98813" y="98746"/>
                  </a:lnTo>
                  <a:lnTo>
                    <a:pt x="70294" y="131127"/>
                  </a:lnTo>
                  <a:lnTo>
                    <a:pt x="46060" y="166987"/>
                  </a:lnTo>
                  <a:lnTo>
                    <a:pt x="26511" y="205926"/>
                  </a:lnTo>
                  <a:lnTo>
                    <a:pt x="12050" y="247541"/>
                  </a:lnTo>
                  <a:lnTo>
                    <a:pt x="3079" y="291432"/>
                  </a:lnTo>
                  <a:lnTo>
                    <a:pt x="0" y="337196"/>
                  </a:lnTo>
                  <a:lnTo>
                    <a:pt x="0" y="5801833"/>
                  </a:lnTo>
                  <a:lnTo>
                    <a:pt x="3080" y="5847611"/>
                  </a:lnTo>
                  <a:lnTo>
                    <a:pt x="12051" y="5891518"/>
                  </a:lnTo>
                  <a:lnTo>
                    <a:pt x="26512" y="5933152"/>
                  </a:lnTo>
                  <a:lnTo>
                    <a:pt x="46060" y="5972111"/>
                  </a:lnTo>
                  <a:lnTo>
                    <a:pt x="70295" y="6007992"/>
                  </a:lnTo>
                  <a:lnTo>
                    <a:pt x="98813" y="6040394"/>
                  </a:lnTo>
                  <a:lnTo>
                    <a:pt x="131214" y="6068914"/>
                  </a:lnTo>
                  <a:lnTo>
                    <a:pt x="167095" y="6093150"/>
                  </a:lnTo>
                  <a:lnTo>
                    <a:pt x="206054" y="6112701"/>
                  </a:lnTo>
                  <a:lnTo>
                    <a:pt x="247690" y="6127163"/>
                  </a:lnTo>
                  <a:lnTo>
                    <a:pt x="291600" y="6136135"/>
                  </a:lnTo>
                  <a:lnTo>
                    <a:pt x="337383" y="6139216"/>
                  </a:lnTo>
                  <a:lnTo>
                    <a:pt x="5801880" y="6139216"/>
                  </a:lnTo>
                  <a:lnTo>
                    <a:pt x="5847649" y="6136135"/>
                  </a:lnTo>
                  <a:lnTo>
                    <a:pt x="5891552" y="6127163"/>
                  </a:lnTo>
                  <a:lnTo>
                    <a:pt x="5933187" y="6112701"/>
                  </a:lnTo>
                  <a:lnTo>
                    <a:pt x="5972149" y="6093150"/>
                  </a:lnTo>
                  <a:lnTo>
                    <a:pt x="6008037" y="6068914"/>
                  </a:lnTo>
                  <a:lnTo>
                    <a:pt x="6040447" y="6040394"/>
                  </a:lnTo>
                  <a:lnTo>
                    <a:pt x="6068976" y="6007992"/>
                  </a:lnTo>
                  <a:lnTo>
                    <a:pt x="6093221" y="5972111"/>
                  </a:lnTo>
                  <a:lnTo>
                    <a:pt x="6112780" y="5933152"/>
                  </a:lnTo>
                  <a:lnTo>
                    <a:pt x="6127250" y="5891518"/>
                  </a:lnTo>
                  <a:lnTo>
                    <a:pt x="6136227" y="5847611"/>
                  </a:lnTo>
                  <a:lnTo>
                    <a:pt x="6139309" y="5801833"/>
                  </a:lnTo>
                  <a:lnTo>
                    <a:pt x="6139309" y="337196"/>
                  </a:lnTo>
                  <a:lnTo>
                    <a:pt x="6136227" y="291432"/>
                  </a:lnTo>
                  <a:lnTo>
                    <a:pt x="6127249" y="247541"/>
                  </a:lnTo>
                  <a:lnTo>
                    <a:pt x="6112780" y="205926"/>
                  </a:lnTo>
                  <a:lnTo>
                    <a:pt x="6093221" y="166987"/>
                  </a:lnTo>
                  <a:lnTo>
                    <a:pt x="6068975" y="131127"/>
                  </a:lnTo>
                  <a:lnTo>
                    <a:pt x="6040446" y="98746"/>
                  </a:lnTo>
                  <a:lnTo>
                    <a:pt x="6008036" y="70245"/>
                  </a:lnTo>
                  <a:lnTo>
                    <a:pt x="5972149" y="46027"/>
                  </a:lnTo>
                  <a:lnTo>
                    <a:pt x="5933186" y="26492"/>
                  </a:lnTo>
                  <a:lnTo>
                    <a:pt x="5891552" y="12041"/>
                  </a:lnTo>
                  <a:lnTo>
                    <a:pt x="5847649" y="3077"/>
                  </a:lnTo>
                  <a:lnTo>
                    <a:pt x="5801879" y="0"/>
                  </a:lnTo>
                  <a:close/>
                </a:path>
              </a:pathLst>
            </a:custGeom>
            <a:solidFill>
              <a:srgbClr val="FFFFFF"/>
            </a:solidFill>
          </p:spPr>
          <p:txBody>
            <a:bodyPr wrap="square" lIns="0" tIns="0" rIns="0" bIns="0" rtlCol="0"/>
            <a:lstStyle/>
            <a:p>
              <a:endParaRPr/>
            </a:p>
          </p:txBody>
        </p:sp>
        <p:sp>
          <p:nvSpPr>
            <p:cNvPr id="16" name="object 16"/>
            <p:cNvSpPr/>
            <p:nvPr/>
          </p:nvSpPr>
          <p:spPr>
            <a:xfrm>
              <a:off x="9614230" y="3163925"/>
              <a:ext cx="6306820" cy="6306820"/>
            </a:xfrm>
            <a:custGeom>
              <a:avLst/>
              <a:gdLst/>
              <a:ahLst/>
              <a:cxnLst/>
              <a:rect l="l" t="t" r="r" b="b"/>
              <a:pathLst>
                <a:path w="6306819" h="6306820">
                  <a:moveTo>
                    <a:pt x="1667383" y="6222924"/>
                  </a:moveTo>
                  <a:lnTo>
                    <a:pt x="1660817" y="6190310"/>
                  </a:lnTo>
                  <a:lnTo>
                    <a:pt x="1642897" y="6163703"/>
                  </a:lnTo>
                  <a:lnTo>
                    <a:pt x="1616290" y="6145771"/>
                  </a:lnTo>
                  <a:lnTo>
                    <a:pt x="1583664" y="6139205"/>
                  </a:lnTo>
                  <a:lnTo>
                    <a:pt x="421093" y="6139205"/>
                  </a:lnTo>
                  <a:lnTo>
                    <a:pt x="375577" y="6135116"/>
                  </a:lnTo>
                  <a:lnTo>
                    <a:pt x="332701" y="6123305"/>
                  </a:lnTo>
                  <a:lnTo>
                    <a:pt x="293192" y="6104509"/>
                  </a:lnTo>
                  <a:lnTo>
                    <a:pt x="257784" y="6079452"/>
                  </a:lnTo>
                  <a:lnTo>
                    <a:pt x="227190" y="6048857"/>
                  </a:lnTo>
                  <a:lnTo>
                    <a:pt x="202133" y="6013450"/>
                  </a:lnTo>
                  <a:lnTo>
                    <a:pt x="183337" y="5973940"/>
                  </a:lnTo>
                  <a:lnTo>
                    <a:pt x="171526" y="5931065"/>
                  </a:lnTo>
                  <a:lnTo>
                    <a:pt x="167436" y="5885548"/>
                  </a:lnTo>
                  <a:lnTo>
                    <a:pt x="167436" y="5584444"/>
                  </a:lnTo>
                  <a:lnTo>
                    <a:pt x="160870" y="5551817"/>
                  </a:lnTo>
                  <a:lnTo>
                    <a:pt x="142951" y="5525211"/>
                  </a:lnTo>
                  <a:lnTo>
                    <a:pt x="116344" y="5507291"/>
                  </a:lnTo>
                  <a:lnTo>
                    <a:pt x="83718" y="5500725"/>
                  </a:lnTo>
                  <a:lnTo>
                    <a:pt x="51092" y="5507291"/>
                  </a:lnTo>
                  <a:lnTo>
                    <a:pt x="24485" y="5525211"/>
                  </a:lnTo>
                  <a:lnTo>
                    <a:pt x="6565" y="5551817"/>
                  </a:lnTo>
                  <a:lnTo>
                    <a:pt x="0" y="5584444"/>
                  </a:lnTo>
                  <a:lnTo>
                    <a:pt x="0" y="5885548"/>
                  </a:lnTo>
                  <a:lnTo>
                    <a:pt x="2832" y="5934583"/>
                  </a:lnTo>
                  <a:lnTo>
                    <a:pt x="11137" y="5981979"/>
                  </a:lnTo>
                  <a:lnTo>
                    <a:pt x="24587" y="6027407"/>
                  </a:lnTo>
                  <a:lnTo>
                    <a:pt x="42862" y="6070562"/>
                  </a:lnTo>
                  <a:lnTo>
                    <a:pt x="65659" y="6111125"/>
                  </a:lnTo>
                  <a:lnTo>
                    <a:pt x="92633" y="6148756"/>
                  </a:lnTo>
                  <a:lnTo>
                    <a:pt x="123482" y="6183160"/>
                  </a:lnTo>
                  <a:lnTo>
                    <a:pt x="157886" y="6214008"/>
                  </a:lnTo>
                  <a:lnTo>
                    <a:pt x="195529" y="6240996"/>
                  </a:lnTo>
                  <a:lnTo>
                    <a:pt x="236080" y="6263779"/>
                  </a:lnTo>
                  <a:lnTo>
                    <a:pt x="279234" y="6282055"/>
                  </a:lnTo>
                  <a:lnTo>
                    <a:pt x="324662" y="6295504"/>
                  </a:lnTo>
                  <a:lnTo>
                    <a:pt x="372059" y="6303810"/>
                  </a:lnTo>
                  <a:lnTo>
                    <a:pt x="421093" y="6306642"/>
                  </a:lnTo>
                  <a:lnTo>
                    <a:pt x="1583664" y="6306642"/>
                  </a:lnTo>
                  <a:lnTo>
                    <a:pt x="1616290" y="6300076"/>
                  </a:lnTo>
                  <a:lnTo>
                    <a:pt x="1642897" y="6282156"/>
                  </a:lnTo>
                  <a:lnTo>
                    <a:pt x="1660817" y="6255550"/>
                  </a:lnTo>
                  <a:lnTo>
                    <a:pt x="1667383" y="6222924"/>
                  </a:lnTo>
                  <a:close/>
                </a:path>
                <a:path w="6306819" h="6306820">
                  <a:moveTo>
                    <a:pt x="6306744" y="2382228"/>
                  </a:moveTo>
                  <a:lnTo>
                    <a:pt x="6300165" y="2349627"/>
                  </a:lnTo>
                  <a:lnTo>
                    <a:pt x="6282233" y="2323020"/>
                  </a:lnTo>
                  <a:lnTo>
                    <a:pt x="6255626" y="2305088"/>
                  </a:lnTo>
                  <a:lnTo>
                    <a:pt x="6223025" y="2298509"/>
                  </a:lnTo>
                  <a:lnTo>
                    <a:pt x="6190424" y="2305088"/>
                  </a:lnTo>
                  <a:lnTo>
                    <a:pt x="6163818" y="2323020"/>
                  </a:lnTo>
                  <a:lnTo>
                    <a:pt x="6145885" y="2349627"/>
                  </a:lnTo>
                  <a:lnTo>
                    <a:pt x="6139307" y="2382228"/>
                  </a:lnTo>
                  <a:lnTo>
                    <a:pt x="6139307" y="5885548"/>
                  </a:lnTo>
                  <a:lnTo>
                    <a:pt x="6135205" y="5931065"/>
                  </a:lnTo>
                  <a:lnTo>
                    <a:pt x="6123394" y="5973940"/>
                  </a:lnTo>
                  <a:lnTo>
                    <a:pt x="6104585" y="6013450"/>
                  </a:lnTo>
                  <a:lnTo>
                    <a:pt x="6079515" y="6048857"/>
                  </a:lnTo>
                  <a:lnTo>
                    <a:pt x="6048908" y="6079452"/>
                  </a:lnTo>
                  <a:lnTo>
                    <a:pt x="6013488" y="6104509"/>
                  </a:lnTo>
                  <a:lnTo>
                    <a:pt x="5973978" y="6123305"/>
                  </a:lnTo>
                  <a:lnTo>
                    <a:pt x="5931103" y="6135116"/>
                  </a:lnTo>
                  <a:lnTo>
                    <a:pt x="5885599" y="6139205"/>
                  </a:lnTo>
                  <a:lnTo>
                    <a:pt x="2093506" y="6139205"/>
                  </a:lnTo>
                  <a:lnTo>
                    <a:pt x="2060879" y="6145771"/>
                  </a:lnTo>
                  <a:lnTo>
                    <a:pt x="2034273" y="6163703"/>
                  </a:lnTo>
                  <a:lnTo>
                    <a:pt x="2016353" y="6190310"/>
                  </a:lnTo>
                  <a:lnTo>
                    <a:pt x="2009787" y="6222924"/>
                  </a:lnTo>
                  <a:lnTo>
                    <a:pt x="2016353" y="6255550"/>
                  </a:lnTo>
                  <a:lnTo>
                    <a:pt x="2034273" y="6282156"/>
                  </a:lnTo>
                  <a:lnTo>
                    <a:pt x="2060879" y="6300076"/>
                  </a:lnTo>
                  <a:lnTo>
                    <a:pt x="2093506" y="6306642"/>
                  </a:lnTo>
                  <a:lnTo>
                    <a:pt x="5885599" y="6306642"/>
                  </a:lnTo>
                  <a:lnTo>
                    <a:pt x="5934659" y="6303810"/>
                  </a:lnTo>
                  <a:lnTo>
                    <a:pt x="5982081" y="6295504"/>
                  </a:lnTo>
                  <a:lnTo>
                    <a:pt x="6027521" y="6282055"/>
                  </a:lnTo>
                  <a:lnTo>
                    <a:pt x="6070689" y="6263779"/>
                  </a:lnTo>
                  <a:lnTo>
                    <a:pt x="6111252" y="6240996"/>
                  </a:lnTo>
                  <a:lnTo>
                    <a:pt x="6148883" y="6214008"/>
                  </a:lnTo>
                  <a:lnTo>
                    <a:pt x="6183287" y="6183160"/>
                  </a:lnTo>
                  <a:lnTo>
                    <a:pt x="6214135" y="6148756"/>
                  </a:lnTo>
                  <a:lnTo>
                    <a:pt x="6241110" y="6111125"/>
                  </a:lnTo>
                  <a:lnTo>
                    <a:pt x="6263894" y="6070562"/>
                  </a:lnTo>
                  <a:lnTo>
                    <a:pt x="6282156" y="6027407"/>
                  </a:lnTo>
                  <a:lnTo>
                    <a:pt x="6295606" y="5981979"/>
                  </a:lnTo>
                  <a:lnTo>
                    <a:pt x="6303911" y="5934583"/>
                  </a:lnTo>
                  <a:lnTo>
                    <a:pt x="6306744" y="5885548"/>
                  </a:lnTo>
                  <a:lnTo>
                    <a:pt x="6306744" y="2382228"/>
                  </a:lnTo>
                  <a:close/>
                </a:path>
                <a:path w="6306819" h="6306820">
                  <a:moveTo>
                    <a:pt x="6306744" y="420903"/>
                  </a:moveTo>
                  <a:lnTo>
                    <a:pt x="6303911" y="371894"/>
                  </a:lnTo>
                  <a:lnTo>
                    <a:pt x="6295606" y="324510"/>
                  </a:lnTo>
                  <a:lnTo>
                    <a:pt x="6282156" y="279107"/>
                  </a:lnTo>
                  <a:lnTo>
                    <a:pt x="6263894" y="235966"/>
                  </a:lnTo>
                  <a:lnTo>
                    <a:pt x="6241110" y="195427"/>
                  </a:lnTo>
                  <a:lnTo>
                    <a:pt x="6214135" y="157810"/>
                  </a:lnTo>
                  <a:lnTo>
                    <a:pt x="6183287" y="123418"/>
                  </a:lnTo>
                  <a:lnTo>
                    <a:pt x="6148883" y="92583"/>
                  </a:lnTo>
                  <a:lnTo>
                    <a:pt x="6111240" y="65620"/>
                  </a:lnTo>
                  <a:lnTo>
                    <a:pt x="6070689" y="42837"/>
                  </a:lnTo>
                  <a:lnTo>
                    <a:pt x="6027521" y="24574"/>
                  </a:lnTo>
                  <a:lnTo>
                    <a:pt x="5982068" y="11125"/>
                  </a:lnTo>
                  <a:lnTo>
                    <a:pt x="5934659" y="2832"/>
                  </a:lnTo>
                  <a:lnTo>
                    <a:pt x="5885599" y="0"/>
                  </a:lnTo>
                  <a:lnTo>
                    <a:pt x="421093" y="0"/>
                  </a:lnTo>
                  <a:lnTo>
                    <a:pt x="372059" y="2832"/>
                  </a:lnTo>
                  <a:lnTo>
                    <a:pt x="324662" y="11125"/>
                  </a:lnTo>
                  <a:lnTo>
                    <a:pt x="279234" y="24574"/>
                  </a:lnTo>
                  <a:lnTo>
                    <a:pt x="236080" y="42837"/>
                  </a:lnTo>
                  <a:lnTo>
                    <a:pt x="195529" y="65620"/>
                  </a:lnTo>
                  <a:lnTo>
                    <a:pt x="157886" y="92583"/>
                  </a:lnTo>
                  <a:lnTo>
                    <a:pt x="123482" y="123418"/>
                  </a:lnTo>
                  <a:lnTo>
                    <a:pt x="92633" y="157810"/>
                  </a:lnTo>
                  <a:lnTo>
                    <a:pt x="65659" y="195427"/>
                  </a:lnTo>
                  <a:lnTo>
                    <a:pt x="42862" y="235966"/>
                  </a:lnTo>
                  <a:lnTo>
                    <a:pt x="24587" y="279107"/>
                  </a:lnTo>
                  <a:lnTo>
                    <a:pt x="11137" y="324510"/>
                  </a:lnTo>
                  <a:lnTo>
                    <a:pt x="2832" y="371894"/>
                  </a:lnTo>
                  <a:lnTo>
                    <a:pt x="0" y="420903"/>
                  </a:lnTo>
                  <a:lnTo>
                    <a:pt x="0" y="5153012"/>
                  </a:lnTo>
                  <a:lnTo>
                    <a:pt x="6565" y="5185638"/>
                  </a:lnTo>
                  <a:lnTo>
                    <a:pt x="24485" y="5212245"/>
                  </a:lnTo>
                  <a:lnTo>
                    <a:pt x="51092" y="5230165"/>
                  </a:lnTo>
                  <a:lnTo>
                    <a:pt x="83718" y="5236730"/>
                  </a:lnTo>
                  <a:lnTo>
                    <a:pt x="116344" y="5230165"/>
                  </a:lnTo>
                  <a:lnTo>
                    <a:pt x="142951" y="5212245"/>
                  </a:lnTo>
                  <a:lnTo>
                    <a:pt x="160870" y="5185638"/>
                  </a:lnTo>
                  <a:lnTo>
                    <a:pt x="167436" y="5153012"/>
                  </a:lnTo>
                  <a:lnTo>
                    <a:pt x="167436" y="420903"/>
                  </a:lnTo>
                  <a:lnTo>
                    <a:pt x="171526" y="375412"/>
                  </a:lnTo>
                  <a:lnTo>
                    <a:pt x="183337" y="332549"/>
                  </a:lnTo>
                  <a:lnTo>
                    <a:pt x="202133" y="293077"/>
                  </a:lnTo>
                  <a:lnTo>
                    <a:pt x="227190" y="257695"/>
                  </a:lnTo>
                  <a:lnTo>
                    <a:pt x="257784" y="227114"/>
                  </a:lnTo>
                  <a:lnTo>
                    <a:pt x="293192" y="202082"/>
                  </a:lnTo>
                  <a:lnTo>
                    <a:pt x="332701" y="183311"/>
                  </a:lnTo>
                  <a:lnTo>
                    <a:pt x="375577" y="171526"/>
                  </a:lnTo>
                  <a:lnTo>
                    <a:pt x="421093" y="167424"/>
                  </a:lnTo>
                  <a:lnTo>
                    <a:pt x="5885599" y="167424"/>
                  </a:lnTo>
                  <a:lnTo>
                    <a:pt x="5931103" y="171526"/>
                  </a:lnTo>
                  <a:lnTo>
                    <a:pt x="5973978" y="183311"/>
                  </a:lnTo>
                  <a:lnTo>
                    <a:pt x="6013488" y="202082"/>
                  </a:lnTo>
                  <a:lnTo>
                    <a:pt x="6048908" y="227114"/>
                  </a:lnTo>
                  <a:lnTo>
                    <a:pt x="6079515" y="257695"/>
                  </a:lnTo>
                  <a:lnTo>
                    <a:pt x="6104585" y="293077"/>
                  </a:lnTo>
                  <a:lnTo>
                    <a:pt x="6123394" y="332549"/>
                  </a:lnTo>
                  <a:lnTo>
                    <a:pt x="6135205" y="375412"/>
                  </a:lnTo>
                  <a:lnTo>
                    <a:pt x="6139307" y="420903"/>
                  </a:lnTo>
                  <a:lnTo>
                    <a:pt x="6139307" y="1712950"/>
                  </a:lnTo>
                  <a:lnTo>
                    <a:pt x="6145885" y="1745653"/>
                  </a:lnTo>
                  <a:lnTo>
                    <a:pt x="6163818" y="1772259"/>
                  </a:lnTo>
                  <a:lnTo>
                    <a:pt x="6190424" y="1790128"/>
                  </a:lnTo>
                  <a:lnTo>
                    <a:pt x="6223025" y="1796669"/>
                  </a:lnTo>
                  <a:lnTo>
                    <a:pt x="6255626" y="1790128"/>
                  </a:lnTo>
                  <a:lnTo>
                    <a:pt x="6282233" y="1772259"/>
                  </a:lnTo>
                  <a:lnTo>
                    <a:pt x="6300165" y="1745653"/>
                  </a:lnTo>
                  <a:lnTo>
                    <a:pt x="6306744" y="1712950"/>
                  </a:lnTo>
                  <a:lnTo>
                    <a:pt x="6306744" y="420903"/>
                  </a:lnTo>
                  <a:close/>
                </a:path>
              </a:pathLst>
            </a:custGeom>
            <a:solidFill>
              <a:srgbClr val="000000"/>
            </a:solidFill>
          </p:spPr>
          <p:txBody>
            <a:bodyPr wrap="square" lIns="0" tIns="0" rIns="0" bIns="0" rtlCol="0"/>
            <a:lstStyle/>
            <a:p>
              <a:endParaRPr/>
            </a:p>
          </p:txBody>
        </p:sp>
      </p:grpSp>
      <p:sp>
        <p:nvSpPr>
          <p:cNvPr id="17" name="object 17"/>
          <p:cNvSpPr txBox="1">
            <a:spLocks noGrp="1"/>
          </p:cNvSpPr>
          <p:nvPr>
            <p:ph sz="half" idx="3"/>
          </p:nvPr>
        </p:nvSpPr>
        <p:spPr>
          <a:prstGeom prst="rect">
            <a:avLst/>
          </a:prstGeom>
        </p:spPr>
        <p:txBody>
          <a:bodyPr vert="horz" wrap="square" lIns="0" tIns="252729" rIns="0" bIns="0" rtlCol="0">
            <a:spAutoFit/>
          </a:bodyPr>
          <a:lstStyle/>
          <a:p>
            <a:pPr marL="186690">
              <a:lnSpc>
                <a:spcPct val="100000"/>
              </a:lnSpc>
              <a:spcBef>
                <a:spcPts val="1989"/>
              </a:spcBef>
            </a:pPr>
            <a:r>
              <a:rPr spc="180" dirty="0"/>
              <a:t>VALUE</a:t>
            </a:r>
            <a:r>
              <a:rPr spc="-190" dirty="0"/>
              <a:t> </a:t>
            </a:r>
            <a:r>
              <a:rPr spc="180" dirty="0"/>
              <a:t>CAPTURE</a:t>
            </a:r>
            <a:r>
              <a:rPr spc="-204" dirty="0"/>
              <a:t> </a:t>
            </a:r>
            <a:r>
              <a:rPr spc="-105" dirty="0"/>
              <a:t>&amp;</a:t>
            </a:r>
            <a:r>
              <a:rPr spc="-170" dirty="0"/>
              <a:t> </a:t>
            </a:r>
            <a:r>
              <a:rPr spc="150" dirty="0"/>
              <a:t>DELIVERY</a:t>
            </a:r>
            <a:r>
              <a:rPr spc="-190" dirty="0"/>
              <a:t> </a:t>
            </a:r>
            <a:r>
              <a:rPr spc="-50" dirty="0"/>
              <a:t>:</a:t>
            </a:r>
          </a:p>
          <a:p>
            <a:pPr marL="12700">
              <a:lnSpc>
                <a:spcPct val="100000"/>
              </a:lnSpc>
              <a:spcBef>
                <a:spcPts val="1889"/>
              </a:spcBef>
            </a:pPr>
            <a:r>
              <a:rPr spc="95" dirty="0"/>
              <a:t>Product</a:t>
            </a:r>
            <a:r>
              <a:rPr spc="-175" dirty="0"/>
              <a:t> </a:t>
            </a:r>
            <a:r>
              <a:rPr spc="160" dirty="0"/>
              <a:t>Sales</a:t>
            </a:r>
            <a:r>
              <a:rPr spc="-190" dirty="0"/>
              <a:t> </a:t>
            </a:r>
            <a:r>
              <a:rPr spc="-50" dirty="0"/>
              <a:t>:</a:t>
            </a:r>
          </a:p>
          <a:p>
            <a:pPr marL="607060" marR="5080" indent="-292735">
              <a:lnSpc>
                <a:spcPts val="3810"/>
              </a:lnSpc>
              <a:spcBef>
                <a:spcPts val="204"/>
              </a:spcBef>
              <a:buFont typeface="Arial MT"/>
              <a:buChar char="•"/>
              <a:tabLst>
                <a:tab pos="663575" algn="l"/>
              </a:tabLst>
            </a:pPr>
            <a:r>
              <a:rPr b="0" spc="110" dirty="0">
                <a:latin typeface="Trebuchet MS"/>
                <a:cs typeface="Trebuchet MS"/>
              </a:rPr>
              <a:t>Revenue</a:t>
            </a:r>
            <a:r>
              <a:rPr b="0" spc="10" dirty="0">
                <a:latin typeface="Trebuchet MS"/>
                <a:cs typeface="Trebuchet MS"/>
              </a:rPr>
              <a:t> </a:t>
            </a:r>
            <a:r>
              <a:rPr b="0" spc="50" dirty="0">
                <a:latin typeface="Trebuchet MS"/>
                <a:cs typeface="Trebuchet MS"/>
              </a:rPr>
              <a:t>from </a:t>
            </a:r>
            <a:r>
              <a:rPr b="0" dirty="0">
                <a:latin typeface="Trebuchet MS"/>
                <a:cs typeface="Trebuchet MS"/>
              </a:rPr>
              <a:t>selling</a:t>
            </a:r>
            <a:r>
              <a:rPr b="0" spc="40" dirty="0">
                <a:latin typeface="Trebuchet MS"/>
                <a:cs typeface="Trebuchet MS"/>
              </a:rPr>
              <a:t> </a:t>
            </a:r>
            <a:r>
              <a:rPr b="0" dirty="0">
                <a:latin typeface="Trebuchet MS"/>
                <a:cs typeface="Trebuchet MS"/>
              </a:rPr>
              <a:t>the</a:t>
            </a:r>
            <a:r>
              <a:rPr b="0" spc="25" dirty="0">
                <a:latin typeface="Trebuchet MS"/>
                <a:cs typeface="Trebuchet MS"/>
              </a:rPr>
              <a:t> </a:t>
            </a:r>
            <a:r>
              <a:rPr b="0" spc="200" dirty="0">
                <a:latin typeface="Trebuchet MS"/>
                <a:cs typeface="Trebuchet MS"/>
              </a:rPr>
              <a:t>EV</a:t>
            </a:r>
            <a:r>
              <a:rPr b="0" spc="35" dirty="0">
                <a:latin typeface="Trebuchet MS"/>
                <a:cs typeface="Trebuchet MS"/>
              </a:rPr>
              <a:t> </a:t>
            </a:r>
            <a:r>
              <a:rPr b="0" spc="-20" dirty="0">
                <a:latin typeface="Trebuchet MS"/>
                <a:cs typeface="Trebuchet MS"/>
              </a:rPr>
              <a:t>fire 	</a:t>
            </a:r>
            <a:r>
              <a:rPr b="0" spc="55" dirty="0">
                <a:latin typeface="Trebuchet MS"/>
                <a:cs typeface="Trebuchet MS"/>
              </a:rPr>
              <a:t>prevention</a:t>
            </a:r>
            <a:r>
              <a:rPr b="0" spc="-15" dirty="0">
                <a:latin typeface="Trebuchet MS"/>
                <a:cs typeface="Trebuchet MS"/>
              </a:rPr>
              <a:t> </a:t>
            </a:r>
            <a:r>
              <a:rPr b="0" spc="145" dirty="0">
                <a:latin typeface="Trebuchet MS"/>
                <a:cs typeface="Trebuchet MS"/>
              </a:rPr>
              <a:t>system</a:t>
            </a:r>
            <a:r>
              <a:rPr b="0" spc="-15" dirty="0">
                <a:latin typeface="Trebuchet MS"/>
                <a:cs typeface="Trebuchet MS"/>
              </a:rPr>
              <a:t> </a:t>
            </a:r>
            <a:r>
              <a:rPr b="0" dirty="0">
                <a:latin typeface="Trebuchet MS"/>
                <a:cs typeface="Trebuchet MS"/>
              </a:rPr>
              <a:t>to</a:t>
            </a:r>
            <a:r>
              <a:rPr b="0" spc="-30" dirty="0">
                <a:latin typeface="Trebuchet MS"/>
                <a:cs typeface="Trebuchet MS"/>
              </a:rPr>
              <a:t> </a:t>
            </a:r>
            <a:r>
              <a:rPr b="0" spc="-10" dirty="0">
                <a:latin typeface="Trebuchet MS"/>
                <a:cs typeface="Trebuchet MS"/>
              </a:rPr>
              <a:t>individual</a:t>
            </a:r>
          </a:p>
          <a:p>
            <a:pPr marL="953135">
              <a:lnSpc>
                <a:spcPct val="100000"/>
              </a:lnSpc>
              <a:spcBef>
                <a:spcPts val="340"/>
              </a:spcBef>
            </a:pPr>
            <a:r>
              <a:rPr b="0" spc="145" dirty="0">
                <a:latin typeface="Trebuchet MS"/>
                <a:cs typeface="Trebuchet MS"/>
              </a:rPr>
              <a:t>consumers</a:t>
            </a:r>
            <a:r>
              <a:rPr b="0" spc="-60" dirty="0">
                <a:latin typeface="Trebuchet MS"/>
                <a:cs typeface="Trebuchet MS"/>
              </a:rPr>
              <a:t> </a:t>
            </a:r>
            <a:r>
              <a:rPr b="0" spc="114" dirty="0">
                <a:latin typeface="Trebuchet MS"/>
                <a:cs typeface="Trebuchet MS"/>
              </a:rPr>
              <a:t>and</a:t>
            </a:r>
            <a:r>
              <a:rPr b="0" spc="-35" dirty="0">
                <a:latin typeface="Trebuchet MS"/>
                <a:cs typeface="Trebuchet MS"/>
              </a:rPr>
              <a:t> </a:t>
            </a:r>
            <a:r>
              <a:rPr b="0" spc="114" dirty="0">
                <a:latin typeface="Trebuchet MS"/>
                <a:cs typeface="Trebuchet MS"/>
              </a:rPr>
              <a:t>businesses.</a:t>
            </a:r>
          </a:p>
          <a:p>
            <a:pPr marL="1083945" marR="479425" lvl="1" indent="-292735">
              <a:lnSpc>
                <a:spcPts val="3800"/>
              </a:lnSpc>
              <a:spcBef>
                <a:spcPts val="210"/>
              </a:spcBef>
              <a:buFont typeface="Arial MT"/>
              <a:buChar char="•"/>
              <a:tabLst>
                <a:tab pos="1105535" algn="l"/>
              </a:tabLst>
            </a:pPr>
            <a:r>
              <a:rPr sz="2700" spc="60" dirty="0">
                <a:latin typeface="Trebuchet MS"/>
                <a:cs typeface="Trebuchet MS"/>
              </a:rPr>
              <a:t>Collaborating</a:t>
            </a:r>
            <a:r>
              <a:rPr sz="2700" spc="-5" dirty="0">
                <a:latin typeface="Trebuchet MS"/>
                <a:cs typeface="Trebuchet MS"/>
              </a:rPr>
              <a:t> </a:t>
            </a:r>
            <a:r>
              <a:rPr sz="2700" dirty="0">
                <a:latin typeface="Trebuchet MS"/>
                <a:cs typeface="Trebuchet MS"/>
              </a:rPr>
              <a:t>with</a:t>
            </a:r>
            <a:r>
              <a:rPr sz="2700" spc="-10" dirty="0">
                <a:latin typeface="Trebuchet MS"/>
                <a:cs typeface="Trebuchet MS"/>
              </a:rPr>
              <a:t> original 	</a:t>
            </a:r>
            <a:r>
              <a:rPr sz="2700" spc="55" dirty="0">
                <a:latin typeface="Trebuchet MS"/>
                <a:cs typeface="Trebuchet MS"/>
              </a:rPr>
              <a:t>equipment</a:t>
            </a:r>
            <a:r>
              <a:rPr sz="2700" spc="-35" dirty="0">
                <a:latin typeface="Trebuchet MS"/>
                <a:cs typeface="Trebuchet MS"/>
              </a:rPr>
              <a:t> </a:t>
            </a:r>
            <a:r>
              <a:rPr sz="2700" spc="65" dirty="0">
                <a:latin typeface="Trebuchet MS"/>
                <a:cs typeface="Trebuchet MS"/>
              </a:rPr>
              <a:t>manufacturers</a:t>
            </a:r>
            <a:endParaRPr sz="2700">
              <a:latin typeface="Trebuchet MS"/>
              <a:cs typeface="Trebuchet MS"/>
            </a:endParaRPr>
          </a:p>
          <a:p>
            <a:pPr marL="631190" marR="27940" indent="-3175" algn="ctr">
              <a:lnSpc>
                <a:spcPts val="3790"/>
              </a:lnSpc>
              <a:spcBef>
                <a:spcPts val="20"/>
              </a:spcBef>
            </a:pPr>
            <a:r>
              <a:rPr b="0" spc="200" dirty="0">
                <a:latin typeface="Trebuchet MS"/>
                <a:cs typeface="Trebuchet MS"/>
              </a:rPr>
              <a:t>(OEMs)</a:t>
            </a:r>
            <a:r>
              <a:rPr b="0" spc="15" dirty="0">
                <a:latin typeface="Trebuchet MS"/>
                <a:cs typeface="Trebuchet MS"/>
              </a:rPr>
              <a:t> </a:t>
            </a:r>
            <a:r>
              <a:rPr b="0" dirty="0">
                <a:latin typeface="Trebuchet MS"/>
                <a:cs typeface="Trebuchet MS"/>
              </a:rPr>
              <a:t>to</a:t>
            </a:r>
            <a:r>
              <a:rPr b="0" spc="45" dirty="0">
                <a:latin typeface="Trebuchet MS"/>
                <a:cs typeface="Trebuchet MS"/>
              </a:rPr>
              <a:t> </a:t>
            </a:r>
            <a:r>
              <a:rPr b="0" dirty="0">
                <a:latin typeface="Trebuchet MS"/>
                <a:cs typeface="Trebuchet MS"/>
              </a:rPr>
              <a:t>integrate</a:t>
            </a:r>
            <a:r>
              <a:rPr b="0" spc="60" dirty="0">
                <a:latin typeface="Trebuchet MS"/>
                <a:cs typeface="Trebuchet MS"/>
              </a:rPr>
              <a:t> </a:t>
            </a:r>
            <a:r>
              <a:rPr b="0" spc="75" dirty="0">
                <a:latin typeface="Trebuchet MS"/>
                <a:cs typeface="Trebuchet MS"/>
              </a:rPr>
              <a:t>our</a:t>
            </a:r>
            <a:r>
              <a:rPr b="0" spc="45" dirty="0">
                <a:latin typeface="Trebuchet MS"/>
                <a:cs typeface="Trebuchet MS"/>
              </a:rPr>
              <a:t> </a:t>
            </a:r>
            <a:r>
              <a:rPr b="0" spc="130" dirty="0">
                <a:latin typeface="Trebuchet MS"/>
                <a:cs typeface="Trebuchet MS"/>
              </a:rPr>
              <a:t>system </a:t>
            </a:r>
            <a:r>
              <a:rPr b="0" dirty="0">
                <a:latin typeface="Trebuchet MS"/>
                <a:cs typeface="Trebuchet MS"/>
              </a:rPr>
              <a:t>into</a:t>
            </a:r>
            <a:r>
              <a:rPr b="0" spc="-45" dirty="0">
                <a:latin typeface="Trebuchet MS"/>
                <a:cs typeface="Trebuchet MS"/>
              </a:rPr>
              <a:t> </a:t>
            </a:r>
            <a:r>
              <a:rPr b="0" spc="114" dirty="0">
                <a:latin typeface="Trebuchet MS"/>
                <a:cs typeface="Trebuchet MS"/>
              </a:rPr>
              <a:t>new</a:t>
            </a:r>
            <a:r>
              <a:rPr b="0" spc="-60" dirty="0">
                <a:latin typeface="Trebuchet MS"/>
                <a:cs typeface="Trebuchet MS"/>
              </a:rPr>
              <a:t> </a:t>
            </a:r>
            <a:r>
              <a:rPr b="0" spc="190" dirty="0">
                <a:latin typeface="Trebuchet MS"/>
                <a:cs typeface="Trebuchet MS"/>
              </a:rPr>
              <a:t>EV</a:t>
            </a:r>
            <a:r>
              <a:rPr b="0" spc="-45" dirty="0">
                <a:latin typeface="Trebuchet MS"/>
                <a:cs typeface="Trebuchet MS"/>
              </a:rPr>
              <a:t> </a:t>
            </a:r>
            <a:r>
              <a:rPr b="0" spc="50" dirty="0">
                <a:latin typeface="Trebuchet MS"/>
                <a:cs typeface="Trebuchet MS"/>
              </a:rPr>
              <a:t>models,</a:t>
            </a:r>
            <a:r>
              <a:rPr b="0" spc="-45" dirty="0">
                <a:latin typeface="Trebuchet MS"/>
                <a:cs typeface="Trebuchet MS"/>
              </a:rPr>
              <a:t> </a:t>
            </a:r>
            <a:r>
              <a:rPr b="0" spc="65" dirty="0">
                <a:latin typeface="Trebuchet MS"/>
                <a:cs typeface="Trebuchet MS"/>
              </a:rPr>
              <a:t>generating</a:t>
            </a:r>
          </a:p>
          <a:p>
            <a:pPr marL="720090" marR="115570" algn="ctr">
              <a:lnSpc>
                <a:spcPts val="3800"/>
              </a:lnSpc>
            </a:pPr>
            <a:r>
              <a:rPr b="0" spc="65" dirty="0">
                <a:latin typeface="Trebuchet MS"/>
                <a:cs typeface="Trebuchet MS"/>
              </a:rPr>
              <a:t>income</a:t>
            </a:r>
            <a:r>
              <a:rPr b="0" spc="5" dirty="0">
                <a:latin typeface="Trebuchet MS"/>
                <a:cs typeface="Trebuchet MS"/>
              </a:rPr>
              <a:t> </a:t>
            </a:r>
            <a:r>
              <a:rPr b="0" spc="85" dirty="0">
                <a:latin typeface="Trebuchet MS"/>
                <a:cs typeface="Trebuchet MS"/>
              </a:rPr>
              <a:t>through</a:t>
            </a:r>
            <a:r>
              <a:rPr b="0" spc="30" dirty="0">
                <a:latin typeface="Trebuchet MS"/>
                <a:cs typeface="Trebuchet MS"/>
              </a:rPr>
              <a:t> </a:t>
            </a:r>
            <a:r>
              <a:rPr b="0" dirty="0">
                <a:latin typeface="Trebuchet MS"/>
                <a:cs typeface="Trebuchet MS"/>
              </a:rPr>
              <a:t>bulk</a:t>
            </a:r>
            <a:r>
              <a:rPr b="0" spc="5" dirty="0">
                <a:latin typeface="Trebuchet MS"/>
                <a:cs typeface="Trebuchet MS"/>
              </a:rPr>
              <a:t> </a:t>
            </a:r>
            <a:r>
              <a:rPr b="0" spc="125" dirty="0">
                <a:latin typeface="Trebuchet MS"/>
                <a:cs typeface="Trebuchet MS"/>
              </a:rPr>
              <a:t>sales</a:t>
            </a:r>
            <a:r>
              <a:rPr b="0" spc="10" dirty="0">
                <a:latin typeface="Trebuchet MS"/>
                <a:cs typeface="Trebuchet MS"/>
              </a:rPr>
              <a:t> </a:t>
            </a:r>
            <a:r>
              <a:rPr b="0" spc="90" dirty="0">
                <a:latin typeface="Trebuchet MS"/>
                <a:cs typeface="Trebuchet MS"/>
              </a:rPr>
              <a:t>and </a:t>
            </a:r>
            <a:r>
              <a:rPr b="0" spc="65" dirty="0">
                <a:latin typeface="Trebuchet MS"/>
                <a:cs typeface="Trebuchet MS"/>
              </a:rPr>
              <a:t>licensing</a:t>
            </a:r>
            <a:r>
              <a:rPr b="0" spc="-55" dirty="0">
                <a:latin typeface="Trebuchet MS"/>
                <a:cs typeface="Trebuchet MS"/>
              </a:rPr>
              <a:t> </a:t>
            </a:r>
            <a:r>
              <a:rPr b="0" spc="60" dirty="0">
                <a:latin typeface="Trebuchet MS"/>
                <a:cs typeface="Trebuchet MS"/>
              </a:rPr>
              <a:t>agreements.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62890"/>
            <a:ext cx="18288000" cy="97612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TotalTime>
  <Words>638</Words>
  <Application>Microsoft Office PowerPoint</Application>
  <PresentationFormat>Custom</PresentationFormat>
  <Paragraphs>68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 MT</vt:lpstr>
      <vt:lpstr>Tahoma</vt:lpstr>
      <vt:lpstr>Trebuchet MS</vt:lpstr>
      <vt:lpstr>Office Theme</vt:lpstr>
      <vt:lpstr>PowerPoint Presentation</vt:lpstr>
      <vt:lpstr>PROBLEM STATEMENT</vt:lpstr>
      <vt:lpstr>SOLUTIONS</vt:lpstr>
      <vt:lpstr>ARCHITECTURE DIAGRAM</vt:lpstr>
      <vt:lpstr>HOW MY SYSTEM IS UNIQUE FROM EXISTING ONES</vt:lpstr>
      <vt:lpstr>BUSINESS MODEL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Green Simple and Professional Business Pitch Deck Presentation</dc:title>
  <dc:creator>Janu botla</dc:creator>
  <cp:lastModifiedBy>Janu botla</cp:lastModifiedBy>
  <cp:revision>3</cp:revision>
  <dcterms:created xsi:type="dcterms:W3CDTF">2025-03-28T09:35:57Z</dcterms:created>
  <dcterms:modified xsi:type="dcterms:W3CDTF">2025-09-28T07:58:15Z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2025-01-05T00:00:00Z</vt:filetime>
  </property>
  <property fmtid="{D5CDD505-2E9C-101B-9397-08002B2CF9AE}" pid="3" name="Creator">
    <vt:lpwstr>Microsoft® PowerPoint® 2021</vt:lpwstr>
  </property>
  <property fmtid="{D5CDD505-2E9C-101B-9397-08002B2CF9AE}" pid="4" name="LastSaved">
    <vt:filetime>2025-03-28T00:00:00Z</vt:filetime>
  </property>
  <property fmtid="{D5CDD505-2E9C-101B-9397-08002B2CF9AE}" pid="5" name="Producer">
    <vt:lpwstr>Microsoft® PowerPoint® 2021</vt:lpwstr>
  </property>
</Properties>
</file>